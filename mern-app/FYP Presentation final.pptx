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60" r:id="rId4"/>
    <p:sldId id="270" r:id="rId5"/>
    <p:sldId id="276" r:id="rId6"/>
    <p:sldId id="273" r:id="rId7"/>
    <p:sldId id="274" r:id="rId8"/>
    <p:sldId id="275" r:id="rId9"/>
    <p:sldId id="278" r:id="rId10"/>
    <p:sldId id="281" r:id="rId11"/>
    <p:sldId id="282" r:id="rId12"/>
    <p:sldId id="287" r:id="rId13"/>
    <p:sldId id="283" r:id="rId14"/>
    <p:sldId id="284" r:id="rId15"/>
    <p:sldId id="271" r:id="rId16"/>
    <p:sldId id="272" r:id="rId17"/>
    <p:sldId id="285" r:id="rId18"/>
    <p:sldId id="279" r:id="rId19"/>
    <p:sldId id="289" r:id="rId20"/>
    <p:sldId id="290" r:id="rId21"/>
    <p:sldId id="29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50E7E-82D7-F273-A182-255AC2F4B3EB}" v="371" dt="2025-05-15T11:55:37.9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3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7E5AE3-38FC-471E-8006-3CCD68F316C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332A41F-F8E0-4319-B7F1-EB660E0AE35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AI-based resume screening using ML algorithms</a:t>
          </a:r>
        </a:p>
      </dgm:t>
    </dgm:pt>
    <dgm:pt modelId="{0E2E77A3-E528-4700-BD02-873968692FB8}" type="parTrans" cxnId="{C0A848BA-7F7C-44BC-9339-5371851E82E0}">
      <dgm:prSet/>
      <dgm:spPr/>
      <dgm:t>
        <a:bodyPr/>
        <a:lstStyle/>
        <a:p>
          <a:endParaRPr lang="en-US"/>
        </a:p>
      </dgm:t>
    </dgm:pt>
    <dgm:pt modelId="{7933C7A0-2EDE-4ABC-82FB-76B07B690026}" type="sibTrans" cxnId="{C0A848BA-7F7C-44BC-9339-5371851E82E0}">
      <dgm:prSet/>
      <dgm:spPr/>
      <dgm:t>
        <a:bodyPr/>
        <a:lstStyle/>
        <a:p>
          <a:endParaRPr lang="en-US"/>
        </a:p>
      </dgm:t>
    </dgm:pt>
    <dgm:pt modelId="{0EA83204-B347-4748-A7D7-C28AD5DA89A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Filters candidates by job description, Category</a:t>
          </a:r>
        </a:p>
      </dgm:t>
    </dgm:pt>
    <dgm:pt modelId="{BDCCF011-E3C0-4608-A043-C52FD423E642}" type="parTrans" cxnId="{6AFB005F-3806-4930-A2B1-9FD69B75E4B3}">
      <dgm:prSet/>
      <dgm:spPr/>
      <dgm:t>
        <a:bodyPr/>
        <a:lstStyle/>
        <a:p>
          <a:endParaRPr lang="en-US"/>
        </a:p>
      </dgm:t>
    </dgm:pt>
    <dgm:pt modelId="{0BCD08D6-8622-4040-8E8C-1472897B04B3}" type="sibTrans" cxnId="{6AFB005F-3806-4930-A2B1-9FD69B75E4B3}">
      <dgm:prSet/>
      <dgm:spPr/>
      <dgm:t>
        <a:bodyPr/>
        <a:lstStyle/>
        <a:p>
          <a:endParaRPr lang="en-US"/>
        </a:p>
      </dgm:t>
    </dgm:pt>
    <dgm:pt modelId="{3F1B4BF6-256C-4D9F-BC56-16EEE55BC1B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Eliminates manual screening and reduces errors</a:t>
          </a:r>
        </a:p>
      </dgm:t>
    </dgm:pt>
    <dgm:pt modelId="{6C139E8D-5786-49EB-91A7-F415A970030B}" type="parTrans" cxnId="{3271B609-09E3-433C-9598-9771E7067531}">
      <dgm:prSet/>
      <dgm:spPr/>
      <dgm:t>
        <a:bodyPr/>
        <a:lstStyle/>
        <a:p>
          <a:endParaRPr lang="en-US"/>
        </a:p>
      </dgm:t>
    </dgm:pt>
    <dgm:pt modelId="{0D408E44-2064-4D70-8622-91016F84FB1A}" type="sibTrans" cxnId="{3271B609-09E3-433C-9598-9771E7067531}">
      <dgm:prSet/>
      <dgm:spPr/>
      <dgm:t>
        <a:bodyPr/>
        <a:lstStyle/>
        <a:p>
          <a:endParaRPr lang="en-US"/>
        </a:p>
      </dgm:t>
    </dgm:pt>
    <dgm:pt modelId="{27E88FAC-4E02-4B25-99B7-28D937E6648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Minimizes HR workload and improves efficiency</a:t>
          </a:r>
        </a:p>
      </dgm:t>
    </dgm:pt>
    <dgm:pt modelId="{031BF367-6ADD-4B97-8999-52E9BA115F01}" type="parTrans" cxnId="{2D017A6D-226A-4E67-A2ED-6D78025DA9E5}">
      <dgm:prSet/>
      <dgm:spPr/>
      <dgm:t>
        <a:bodyPr/>
        <a:lstStyle/>
        <a:p>
          <a:endParaRPr lang="en-US"/>
        </a:p>
      </dgm:t>
    </dgm:pt>
    <dgm:pt modelId="{F9C08178-98ED-43BA-9624-B29987C08243}" type="sibTrans" cxnId="{2D017A6D-226A-4E67-A2ED-6D78025DA9E5}">
      <dgm:prSet/>
      <dgm:spPr/>
      <dgm:t>
        <a:bodyPr/>
        <a:lstStyle/>
        <a:p>
          <a:endParaRPr lang="en-US"/>
        </a:p>
      </dgm:t>
    </dgm:pt>
    <dgm:pt modelId="{5635D0A9-4BFA-42AE-9D4C-DF58C6F277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Enhances decision-making and hiring accuracy</a:t>
          </a:r>
        </a:p>
      </dgm:t>
    </dgm:pt>
    <dgm:pt modelId="{9A801506-44BB-4594-896A-3901411FABE0}" type="parTrans" cxnId="{1F18EAF2-8BCE-47E8-8D3F-C5127A8FA071}">
      <dgm:prSet/>
      <dgm:spPr/>
      <dgm:t>
        <a:bodyPr/>
        <a:lstStyle/>
        <a:p>
          <a:endParaRPr lang="en-US"/>
        </a:p>
      </dgm:t>
    </dgm:pt>
    <dgm:pt modelId="{3E1F8F03-9E0F-42AD-81EA-DA494C1A3D8A}" type="sibTrans" cxnId="{1F18EAF2-8BCE-47E8-8D3F-C5127A8FA071}">
      <dgm:prSet/>
      <dgm:spPr/>
      <dgm:t>
        <a:bodyPr/>
        <a:lstStyle/>
        <a:p>
          <a:endParaRPr lang="en-US"/>
        </a:p>
      </dgm:t>
    </dgm:pt>
    <dgm:pt modelId="{52678B24-AAD0-4251-BFF2-C4944F8812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Answers FAQs and guides new hires on policies</a:t>
          </a:r>
        </a:p>
      </dgm:t>
    </dgm:pt>
    <dgm:pt modelId="{8F954DD3-3141-45BE-A4C0-DF151F711C7C}" type="parTrans" cxnId="{782C288D-C52A-4C1B-9B05-87BFBA022F1C}">
      <dgm:prSet/>
      <dgm:spPr/>
      <dgm:t>
        <a:bodyPr/>
        <a:lstStyle/>
        <a:p>
          <a:endParaRPr lang="en-US"/>
        </a:p>
      </dgm:t>
    </dgm:pt>
    <dgm:pt modelId="{93D73323-921A-4B00-9D82-4AB7B4BAAC79}" type="sibTrans" cxnId="{782C288D-C52A-4C1B-9B05-87BFBA022F1C}">
      <dgm:prSet/>
      <dgm:spPr/>
      <dgm:t>
        <a:bodyPr/>
        <a:lstStyle/>
        <a:p>
          <a:endParaRPr lang="en-US"/>
        </a:p>
      </dgm:t>
    </dgm:pt>
    <dgm:pt modelId="{F84633E9-9F7C-4AD6-8486-5ED31A4288A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Chatbot for onboarding support</a:t>
          </a:r>
        </a:p>
      </dgm:t>
    </dgm:pt>
    <dgm:pt modelId="{CE769CA3-D400-4083-B154-97E7593EB5AC}" type="parTrans" cxnId="{21D82DCB-C6AE-4638-8B97-C748A881ADA9}">
      <dgm:prSet/>
      <dgm:spPr/>
      <dgm:t>
        <a:bodyPr/>
        <a:lstStyle/>
        <a:p>
          <a:endParaRPr lang="en-US"/>
        </a:p>
      </dgm:t>
    </dgm:pt>
    <dgm:pt modelId="{14070D8D-38EE-484E-8E60-C466EB93B9ED}" type="sibTrans" cxnId="{21D82DCB-C6AE-4638-8B97-C748A881ADA9}">
      <dgm:prSet/>
      <dgm:spPr/>
      <dgm:t>
        <a:bodyPr/>
        <a:lstStyle/>
        <a:p>
          <a:endParaRPr lang="en-US"/>
        </a:p>
      </dgm:t>
    </dgm:pt>
    <dgm:pt modelId="{DF2BA9B3-E1BC-444D-B225-9736BA7E95A1}" type="pres">
      <dgm:prSet presAssocID="{EF7E5AE3-38FC-471E-8006-3CCD68F316CB}" presName="vert0" presStyleCnt="0">
        <dgm:presLayoutVars>
          <dgm:dir/>
          <dgm:animOne val="branch"/>
          <dgm:animLvl val="lvl"/>
        </dgm:presLayoutVars>
      </dgm:prSet>
      <dgm:spPr/>
    </dgm:pt>
    <dgm:pt modelId="{12856D4A-7F00-430D-AFAC-E718342FF62A}" type="pres">
      <dgm:prSet presAssocID="{1332A41F-F8E0-4319-B7F1-EB660E0AE350}" presName="thickLine" presStyleLbl="alignNode1" presStyleIdx="0" presStyleCnt="7"/>
      <dgm:spPr/>
    </dgm:pt>
    <dgm:pt modelId="{FEB81B2A-39B6-47CF-8E60-F6993252540B}" type="pres">
      <dgm:prSet presAssocID="{1332A41F-F8E0-4319-B7F1-EB660E0AE350}" presName="horz1" presStyleCnt="0"/>
      <dgm:spPr/>
    </dgm:pt>
    <dgm:pt modelId="{B7AE33EA-5E23-4FEB-9051-9DE459DCA6B0}" type="pres">
      <dgm:prSet presAssocID="{1332A41F-F8E0-4319-B7F1-EB660E0AE350}" presName="tx1" presStyleLbl="revTx" presStyleIdx="0" presStyleCnt="7"/>
      <dgm:spPr/>
    </dgm:pt>
    <dgm:pt modelId="{1DAFB207-58B8-4115-900A-2980110B6252}" type="pres">
      <dgm:prSet presAssocID="{1332A41F-F8E0-4319-B7F1-EB660E0AE350}" presName="vert1" presStyleCnt="0"/>
      <dgm:spPr/>
    </dgm:pt>
    <dgm:pt modelId="{AED3095A-E92C-4EBC-A329-442D2DF15CB7}" type="pres">
      <dgm:prSet presAssocID="{0EA83204-B347-4748-A7D7-C28AD5DA89A7}" presName="thickLine" presStyleLbl="alignNode1" presStyleIdx="1" presStyleCnt="7"/>
      <dgm:spPr/>
    </dgm:pt>
    <dgm:pt modelId="{2B17CC66-A70F-4708-AFF7-5E820F48364D}" type="pres">
      <dgm:prSet presAssocID="{0EA83204-B347-4748-A7D7-C28AD5DA89A7}" presName="horz1" presStyleCnt="0"/>
      <dgm:spPr/>
    </dgm:pt>
    <dgm:pt modelId="{25EAC81A-D969-481A-80F7-DB8BDEF62EE2}" type="pres">
      <dgm:prSet presAssocID="{0EA83204-B347-4748-A7D7-C28AD5DA89A7}" presName="tx1" presStyleLbl="revTx" presStyleIdx="1" presStyleCnt="7"/>
      <dgm:spPr/>
    </dgm:pt>
    <dgm:pt modelId="{1DC95DA2-946E-4F96-A1AC-3F932F1294C9}" type="pres">
      <dgm:prSet presAssocID="{0EA83204-B347-4748-A7D7-C28AD5DA89A7}" presName="vert1" presStyleCnt="0"/>
      <dgm:spPr/>
    </dgm:pt>
    <dgm:pt modelId="{7A8A2C8F-6D0F-45C4-A282-39292D50EB49}" type="pres">
      <dgm:prSet presAssocID="{3F1B4BF6-256C-4D9F-BC56-16EEE55BC1BB}" presName="thickLine" presStyleLbl="alignNode1" presStyleIdx="2" presStyleCnt="7"/>
      <dgm:spPr/>
    </dgm:pt>
    <dgm:pt modelId="{19233103-C856-4253-91F4-F02EB07F22FF}" type="pres">
      <dgm:prSet presAssocID="{3F1B4BF6-256C-4D9F-BC56-16EEE55BC1BB}" presName="horz1" presStyleCnt="0"/>
      <dgm:spPr/>
    </dgm:pt>
    <dgm:pt modelId="{E5FB7171-DD72-4149-84E7-8835EF15A603}" type="pres">
      <dgm:prSet presAssocID="{3F1B4BF6-256C-4D9F-BC56-16EEE55BC1BB}" presName="tx1" presStyleLbl="revTx" presStyleIdx="2" presStyleCnt="7"/>
      <dgm:spPr/>
    </dgm:pt>
    <dgm:pt modelId="{EA135F8C-EF85-4EE3-83F7-F4EF3776F0F9}" type="pres">
      <dgm:prSet presAssocID="{3F1B4BF6-256C-4D9F-BC56-16EEE55BC1BB}" presName="vert1" presStyleCnt="0"/>
      <dgm:spPr/>
    </dgm:pt>
    <dgm:pt modelId="{06DC7503-3FF9-4A20-BE3D-481B4435AC8F}" type="pres">
      <dgm:prSet presAssocID="{27E88FAC-4E02-4B25-99B7-28D937E6648A}" presName="thickLine" presStyleLbl="alignNode1" presStyleIdx="3" presStyleCnt="7"/>
      <dgm:spPr/>
    </dgm:pt>
    <dgm:pt modelId="{F676C48E-1C20-4282-8C53-1A00072ECF81}" type="pres">
      <dgm:prSet presAssocID="{27E88FAC-4E02-4B25-99B7-28D937E6648A}" presName="horz1" presStyleCnt="0"/>
      <dgm:spPr/>
    </dgm:pt>
    <dgm:pt modelId="{79721E13-DFB4-4F59-8CE9-F55F2FD43AE6}" type="pres">
      <dgm:prSet presAssocID="{27E88FAC-4E02-4B25-99B7-28D937E6648A}" presName="tx1" presStyleLbl="revTx" presStyleIdx="3" presStyleCnt="7"/>
      <dgm:spPr/>
    </dgm:pt>
    <dgm:pt modelId="{4A692ADA-D78E-4973-BA0E-EFCA1138ADAB}" type="pres">
      <dgm:prSet presAssocID="{27E88FAC-4E02-4B25-99B7-28D937E6648A}" presName="vert1" presStyleCnt="0"/>
      <dgm:spPr/>
    </dgm:pt>
    <dgm:pt modelId="{B38D1197-EE85-43DF-ABFA-50DB62925115}" type="pres">
      <dgm:prSet presAssocID="{5635D0A9-4BFA-42AE-9D4C-DF58C6F2779D}" presName="thickLine" presStyleLbl="alignNode1" presStyleIdx="4" presStyleCnt="7"/>
      <dgm:spPr/>
    </dgm:pt>
    <dgm:pt modelId="{09D75FF7-170C-45E4-B7CA-0B5B5E8D0154}" type="pres">
      <dgm:prSet presAssocID="{5635D0A9-4BFA-42AE-9D4C-DF58C6F2779D}" presName="horz1" presStyleCnt="0"/>
      <dgm:spPr/>
    </dgm:pt>
    <dgm:pt modelId="{5078E3AF-145F-4329-B3CE-ACC4C5379A3E}" type="pres">
      <dgm:prSet presAssocID="{5635D0A9-4BFA-42AE-9D4C-DF58C6F2779D}" presName="tx1" presStyleLbl="revTx" presStyleIdx="4" presStyleCnt="7"/>
      <dgm:spPr/>
    </dgm:pt>
    <dgm:pt modelId="{42AA5F03-C4C7-4875-9F01-F995AF9ED9A7}" type="pres">
      <dgm:prSet presAssocID="{5635D0A9-4BFA-42AE-9D4C-DF58C6F2779D}" presName="vert1" presStyleCnt="0"/>
      <dgm:spPr/>
    </dgm:pt>
    <dgm:pt modelId="{ABF1444E-A94E-476A-863D-799D0ACBA932}" type="pres">
      <dgm:prSet presAssocID="{52678B24-AAD0-4251-BFF2-C4944F88127A}" presName="thickLine" presStyleLbl="alignNode1" presStyleIdx="5" presStyleCnt="7"/>
      <dgm:spPr/>
    </dgm:pt>
    <dgm:pt modelId="{9A1D96FD-F191-457A-B53C-5954E488C342}" type="pres">
      <dgm:prSet presAssocID="{52678B24-AAD0-4251-BFF2-C4944F88127A}" presName="horz1" presStyleCnt="0"/>
      <dgm:spPr/>
    </dgm:pt>
    <dgm:pt modelId="{3467EED7-6CB3-4DB3-8C11-927DE86D3B4A}" type="pres">
      <dgm:prSet presAssocID="{52678B24-AAD0-4251-BFF2-C4944F88127A}" presName="tx1" presStyleLbl="revTx" presStyleIdx="5" presStyleCnt="7"/>
      <dgm:spPr/>
    </dgm:pt>
    <dgm:pt modelId="{06F495ED-932F-4E67-BB95-5D40FD8698B8}" type="pres">
      <dgm:prSet presAssocID="{52678B24-AAD0-4251-BFF2-C4944F88127A}" presName="vert1" presStyleCnt="0"/>
      <dgm:spPr/>
    </dgm:pt>
    <dgm:pt modelId="{7CFB9A76-B139-420F-8105-B3D4009EB5B9}" type="pres">
      <dgm:prSet presAssocID="{F84633E9-9F7C-4AD6-8486-5ED31A4288A6}" presName="thickLine" presStyleLbl="alignNode1" presStyleIdx="6" presStyleCnt="7"/>
      <dgm:spPr/>
    </dgm:pt>
    <dgm:pt modelId="{B53E7DB8-202D-49D4-8AED-8900F0FAFB80}" type="pres">
      <dgm:prSet presAssocID="{F84633E9-9F7C-4AD6-8486-5ED31A4288A6}" presName="horz1" presStyleCnt="0"/>
      <dgm:spPr/>
    </dgm:pt>
    <dgm:pt modelId="{11A7AA80-3C46-4DE7-A9B6-C104D6ED3BDF}" type="pres">
      <dgm:prSet presAssocID="{F84633E9-9F7C-4AD6-8486-5ED31A4288A6}" presName="tx1" presStyleLbl="revTx" presStyleIdx="6" presStyleCnt="7"/>
      <dgm:spPr/>
    </dgm:pt>
    <dgm:pt modelId="{85BE1960-3C81-4917-9344-CB7F9C7FD33B}" type="pres">
      <dgm:prSet presAssocID="{F84633E9-9F7C-4AD6-8486-5ED31A4288A6}" presName="vert1" presStyleCnt="0"/>
      <dgm:spPr/>
    </dgm:pt>
  </dgm:ptLst>
  <dgm:cxnLst>
    <dgm:cxn modelId="{3271B609-09E3-433C-9598-9771E7067531}" srcId="{EF7E5AE3-38FC-471E-8006-3CCD68F316CB}" destId="{3F1B4BF6-256C-4D9F-BC56-16EEE55BC1BB}" srcOrd="2" destOrd="0" parTransId="{6C139E8D-5786-49EB-91A7-F415A970030B}" sibTransId="{0D408E44-2064-4D70-8622-91016F84FB1A}"/>
    <dgm:cxn modelId="{FD66A50D-C0DB-482D-B6E5-D6B4F0C57F89}" type="presOf" srcId="{EF7E5AE3-38FC-471E-8006-3CCD68F316CB}" destId="{DF2BA9B3-E1BC-444D-B225-9736BA7E95A1}" srcOrd="0" destOrd="0" presId="urn:microsoft.com/office/officeart/2008/layout/LinedList"/>
    <dgm:cxn modelId="{86F1A516-0938-4D08-8C73-CC2ABB3927C7}" type="presOf" srcId="{3F1B4BF6-256C-4D9F-BC56-16EEE55BC1BB}" destId="{E5FB7171-DD72-4149-84E7-8835EF15A603}" srcOrd="0" destOrd="0" presId="urn:microsoft.com/office/officeart/2008/layout/LinedList"/>
    <dgm:cxn modelId="{78FB1120-C2C9-4489-B51B-1378D9119A72}" type="presOf" srcId="{5635D0A9-4BFA-42AE-9D4C-DF58C6F2779D}" destId="{5078E3AF-145F-4329-B3CE-ACC4C5379A3E}" srcOrd="0" destOrd="0" presId="urn:microsoft.com/office/officeart/2008/layout/LinedList"/>
    <dgm:cxn modelId="{6AFB005F-3806-4930-A2B1-9FD69B75E4B3}" srcId="{EF7E5AE3-38FC-471E-8006-3CCD68F316CB}" destId="{0EA83204-B347-4748-A7D7-C28AD5DA89A7}" srcOrd="1" destOrd="0" parTransId="{BDCCF011-E3C0-4608-A043-C52FD423E642}" sibTransId="{0BCD08D6-8622-4040-8E8C-1472897B04B3}"/>
    <dgm:cxn modelId="{2D017A6D-226A-4E67-A2ED-6D78025DA9E5}" srcId="{EF7E5AE3-38FC-471E-8006-3CCD68F316CB}" destId="{27E88FAC-4E02-4B25-99B7-28D937E6648A}" srcOrd="3" destOrd="0" parTransId="{031BF367-6ADD-4B97-8999-52E9BA115F01}" sibTransId="{F9C08178-98ED-43BA-9624-B29987C08243}"/>
    <dgm:cxn modelId="{8F3D4185-D714-46C2-9556-91DB1F75F319}" type="presOf" srcId="{27E88FAC-4E02-4B25-99B7-28D937E6648A}" destId="{79721E13-DFB4-4F59-8CE9-F55F2FD43AE6}" srcOrd="0" destOrd="0" presId="urn:microsoft.com/office/officeart/2008/layout/LinedList"/>
    <dgm:cxn modelId="{782C288D-C52A-4C1B-9B05-87BFBA022F1C}" srcId="{EF7E5AE3-38FC-471E-8006-3CCD68F316CB}" destId="{52678B24-AAD0-4251-BFF2-C4944F88127A}" srcOrd="5" destOrd="0" parTransId="{8F954DD3-3141-45BE-A4C0-DF151F711C7C}" sibTransId="{93D73323-921A-4B00-9D82-4AB7B4BAAC79}"/>
    <dgm:cxn modelId="{54DF6E94-3156-4940-937F-E12355F5293C}" type="presOf" srcId="{52678B24-AAD0-4251-BFF2-C4944F88127A}" destId="{3467EED7-6CB3-4DB3-8C11-927DE86D3B4A}" srcOrd="0" destOrd="0" presId="urn:microsoft.com/office/officeart/2008/layout/LinedList"/>
    <dgm:cxn modelId="{3EBAC1A7-6CEF-4271-9A2A-428746958578}" type="presOf" srcId="{0EA83204-B347-4748-A7D7-C28AD5DA89A7}" destId="{25EAC81A-D969-481A-80F7-DB8BDEF62EE2}" srcOrd="0" destOrd="0" presId="urn:microsoft.com/office/officeart/2008/layout/LinedList"/>
    <dgm:cxn modelId="{C6CCF4B2-02B5-4DB9-8A14-00500B8022D8}" type="presOf" srcId="{1332A41F-F8E0-4319-B7F1-EB660E0AE350}" destId="{B7AE33EA-5E23-4FEB-9051-9DE459DCA6B0}" srcOrd="0" destOrd="0" presId="urn:microsoft.com/office/officeart/2008/layout/LinedList"/>
    <dgm:cxn modelId="{C0A848BA-7F7C-44BC-9339-5371851E82E0}" srcId="{EF7E5AE3-38FC-471E-8006-3CCD68F316CB}" destId="{1332A41F-F8E0-4319-B7F1-EB660E0AE350}" srcOrd="0" destOrd="0" parTransId="{0E2E77A3-E528-4700-BD02-873968692FB8}" sibTransId="{7933C7A0-2EDE-4ABC-82FB-76B07B690026}"/>
    <dgm:cxn modelId="{21D82DCB-C6AE-4638-8B97-C748A881ADA9}" srcId="{EF7E5AE3-38FC-471E-8006-3CCD68F316CB}" destId="{F84633E9-9F7C-4AD6-8486-5ED31A4288A6}" srcOrd="6" destOrd="0" parTransId="{CE769CA3-D400-4083-B154-97E7593EB5AC}" sibTransId="{14070D8D-38EE-484E-8E60-C466EB93B9ED}"/>
    <dgm:cxn modelId="{1F18EAF2-8BCE-47E8-8D3F-C5127A8FA071}" srcId="{EF7E5AE3-38FC-471E-8006-3CCD68F316CB}" destId="{5635D0A9-4BFA-42AE-9D4C-DF58C6F2779D}" srcOrd="4" destOrd="0" parTransId="{9A801506-44BB-4594-896A-3901411FABE0}" sibTransId="{3E1F8F03-9E0F-42AD-81EA-DA494C1A3D8A}"/>
    <dgm:cxn modelId="{D582D3F5-3133-4608-878F-5171770BFCB6}" type="presOf" srcId="{F84633E9-9F7C-4AD6-8486-5ED31A4288A6}" destId="{11A7AA80-3C46-4DE7-A9B6-C104D6ED3BDF}" srcOrd="0" destOrd="0" presId="urn:microsoft.com/office/officeart/2008/layout/LinedList"/>
    <dgm:cxn modelId="{D01045BD-A338-463E-B2AB-86F5AB437B7E}" type="presParOf" srcId="{DF2BA9B3-E1BC-444D-B225-9736BA7E95A1}" destId="{12856D4A-7F00-430D-AFAC-E718342FF62A}" srcOrd="0" destOrd="0" presId="urn:microsoft.com/office/officeart/2008/layout/LinedList"/>
    <dgm:cxn modelId="{D0DB0F9E-8350-4F7E-8F7E-6236B4A5B42D}" type="presParOf" srcId="{DF2BA9B3-E1BC-444D-B225-9736BA7E95A1}" destId="{FEB81B2A-39B6-47CF-8E60-F6993252540B}" srcOrd="1" destOrd="0" presId="urn:microsoft.com/office/officeart/2008/layout/LinedList"/>
    <dgm:cxn modelId="{C534729E-B690-425C-9129-D2FAA2F317BD}" type="presParOf" srcId="{FEB81B2A-39B6-47CF-8E60-F6993252540B}" destId="{B7AE33EA-5E23-4FEB-9051-9DE459DCA6B0}" srcOrd="0" destOrd="0" presId="urn:microsoft.com/office/officeart/2008/layout/LinedList"/>
    <dgm:cxn modelId="{BC43D1A4-349F-47E2-ACE0-28E17D968E2C}" type="presParOf" srcId="{FEB81B2A-39B6-47CF-8E60-F6993252540B}" destId="{1DAFB207-58B8-4115-900A-2980110B6252}" srcOrd="1" destOrd="0" presId="urn:microsoft.com/office/officeart/2008/layout/LinedList"/>
    <dgm:cxn modelId="{02FE5D77-4DB4-4FE5-8DB9-0EA9696C4D2F}" type="presParOf" srcId="{DF2BA9B3-E1BC-444D-B225-9736BA7E95A1}" destId="{AED3095A-E92C-4EBC-A329-442D2DF15CB7}" srcOrd="2" destOrd="0" presId="urn:microsoft.com/office/officeart/2008/layout/LinedList"/>
    <dgm:cxn modelId="{B4BEA5F5-113A-4CF4-B33A-BE875C52B0F9}" type="presParOf" srcId="{DF2BA9B3-E1BC-444D-B225-9736BA7E95A1}" destId="{2B17CC66-A70F-4708-AFF7-5E820F48364D}" srcOrd="3" destOrd="0" presId="urn:microsoft.com/office/officeart/2008/layout/LinedList"/>
    <dgm:cxn modelId="{E7830C06-E171-4C57-BDF0-FED985BD7A2C}" type="presParOf" srcId="{2B17CC66-A70F-4708-AFF7-5E820F48364D}" destId="{25EAC81A-D969-481A-80F7-DB8BDEF62EE2}" srcOrd="0" destOrd="0" presId="urn:microsoft.com/office/officeart/2008/layout/LinedList"/>
    <dgm:cxn modelId="{EA2B26C2-05ED-46E2-9DDC-FFADDD8F0EAE}" type="presParOf" srcId="{2B17CC66-A70F-4708-AFF7-5E820F48364D}" destId="{1DC95DA2-946E-4F96-A1AC-3F932F1294C9}" srcOrd="1" destOrd="0" presId="urn:microsoft.com/office/officeart/2008/layout/LinedList"/>
    <dgm:cxn modelId="{428EA0C5-4517-4B72-9E04-3DC1FE3750B1}" type="presParOf" srcId="{DF2BA9B3-E1BC-444D-B225-9736BA7E95A1}" destId="{7A8A2C8F-6D0F-45C4-A282-39292D50EB49}" srcOrd="4" destOrd="0" presId="urn:microsoft.com/office/officeart/2008/layout/LinedList"/>
    <dgm:cxn modelId="{98943FF5-D965-4875-923B-58305FDF724E}" type="presParOf" srcId="{DF2BA9B3-E1BC-444D-B225-9736BA7E95A1}" destId="{19233103-C856-4253-91F4-F02EB07F22FF}" srcOrd="5" destOrd="0" presId="urn:microsoft.com/office/officeart/2008/layout/LinedList"/>
    <dgm:cxn modelId="{A90F8813-9DE9-4345-B043-4DDD39F21B30}" type="presParOf" srcId="{19233103-C856-4253-91F4-F02EB07F22FF}" destId="{E5FB7171-DD72-4149-84E7-8835EF15A603}" srcOrd="0" destOrd="0" presId="urn:microsoft.com/office/officeart/2008/layout/LinedList"/>
    <dgm:cxn modelId="{E5528EE3-90A7-49F5-AD82-729326ED5C3B}" type="presParOf" srcId="{19233103-C856-4253-91F4-F02EB07F22FF}" destId="{EA135F8C-EF85-4EE3-83F7-F4EF3776F0F9}" srcOrd="1" destOrd="0" presId="urn:microsoft.com/office/officeart/2008/layout/LinedList"/>
    <dgm:cxn modelId="{B7ACE1AB-8C72-4B37-8E7D-B6617247E9E7}" type="presParOf" srcId="{DF2BA9B3-E1BC-444D-B225-9736BA7E95A1}" destId="{06DC7503-3FF9-4A20-BE3D-481B4435AC8F}" srcOrd="6" destOrd="0" presId="urn:microsoft.com/office/officeart/2008/layout/LinedList"/>
    <dgm:cxn modelId="{1C988166-D63C-43C4-9D18-08FC20BDC1AA}" type="presParOf" srcId="{DF2BA9B3-E1BC-444D-B225-9736BA7E95A1}" destId="{F676C48E-1C20-4282-8C53-1A00072ECF81}" srcOrd="7" destOrd="0" presId="urn:microsoft.com/office/officeart/2008/layout/LinedList"/>
    <dgm:cxn modelId="{EC654636-AC8B-4B00-9FA1-EF891B781561}" type="presParOf" srcId="{F676C48E-1C20-4282-8C53-1A00072ECF81}" destId="{79721E13-DFB4-4F59-8CE9-F55F2FD43AE6}" srcOrd="0" destOrd="0" presId="urn:microsoft.com/office/officeart/2008/layout/LinedList"/>
    <dgm:cxn modelId="{87316856-2E03-456B-945E-69217B4EE3DA}" type="presParOf" srcId="{F676C48E-1C20-4282-8C53-1A00072ECF81}" destId="{4A692ADA-D78E-4973-BA0E-EFCA1138ADAB}" srcOrd="1" destOrd="0" presId="urn:microsoft.com/office/officeart/2008/layout/LinedList"/>
    <dgm:cxn modelId="{A3C3F7F6-A259-4C9C-971E-9BF76BA6D624}" type="presParOf" srcId="{DF2BA9B3-E1BC-444D-B225-9736BA7E95A1}" destId="{B38D1197-EE85-43DF-ABFA-50DB62925115}" srcOrd="8" destOrd="0" presId="urn:microsoft.com/office/officeart/2008/layout/LinedList"/>
    <dgm:cxn modelId="{3075C685-B7A4-4EB2-BC27-A47C6CBD5955}" type="presParOf" srcId="{DF2BA9B3-E1BC-444D-B225-9736BA7E95A1}" destId="{09D75FF7-170C-45E4-B7CA-0B5B5E8D0154}" srcOrd="9" destOrd="0" presId="urn:microsoft.com/office/officeart/2008/layout/LinedList"/>
    <dgm:cxn modelId="{400948AA-1BD6-4A9A-8D2C-78F03A530E89}" type="presParOf" srcId="{09D75FF7-170C-45E4-B7CA-0B5B5E8D0154}" destId="{5078E3AF-145F-4329-B3CE-ACC4C5379A3E}" srcOrd="0" destOrd="0" presId="urn:microsoft.com/office/officeart/2008/layout/LinedList"/>
    <dgm:cxn modelId="{8A8A4E2A-1B0A-4690-A46E-2DFE9EDE9B55}" type="presParOf" srcId="{09D75FF7-170C-45E4-B7CA-0B5B5E8D0154}" destId="{42AA5F03-C4C7-4875-9F01-F995AF9ED9A7}" srcOrd="1" destOrd="0" presId="urn:microsoft.com/office/officeart/2008/layout/LinedList"/>
    <dgm:cxn modelId="{CDAB4ADD-2915-4044-A2FD-4BA9705E63CD}" type="presParOf" srcId="{DF2BA9B3-E1BC-444D-B225-9736BA7E95A1}" destId="{ABF1444E-A94E-476A-863D-799D0ACBA932}" srcOrd="10" destOrd="0" presId="urn:microsoft.com/office/officeart/2008/layout/LinedList"/>
    <dgm:cxn modelId="{F9178784-DF9C-42FC-9747-76B790EF07BE}" type="presParOf" srcId="{DF2BA9B3-E1BC-444D-B225-9736BA7E95A1}" destId="{9A1D96FD-F191-457A-B53C-5954E488C342}" srcOrd="11" destOrd="0" presId="urn:microsoft.com/office/officeart/2008/layout/LinedList"/>
    <dgm:cxn modelId="{AAB3BDD0-B493-4C6E-94E5-2EE8459FAE76}" type="presParOf" srcId="{9A1D96FD-F191-457A-B53C-5954E488C342}" destId="{3467EED7-6CB3-4DB3-8C11-927DE86D3B4A}" srcOrd="0" destOrd="0" presId="urn:microsoft.com/office/officeart/2008/layout/LinedList"/>
    <dgm:cxn modelId="{C039B46C-B5EF-4661-942E-FD7A800605FA}" type="presParOf" srcId="{9A1D96FD-F191-457A-B53C-5954E488C342}" destId="{06F495ED-932F-4E67-BB95-5D40FD8698B8}" srcOrd="1" destOrd="0" presId="urn:microsoft.com/office/officeart/2008/layout/LinedList"/>
    <dgm:cxn modelId="{EFD1EE9D-4EF8-4294-9B44-3E7A7CD1E6B4}" type="presParOf" srcId="{DF2BA9B3-E1BC-444D-B225-9736BA7E95A1}" destId="{7CFB9A76-B139-420F-8105-B3D4009EB5B9}" srcOrd="12" destOrd="0" presId="urn:microsoft.com/office/officeart/2008/layout/LinedList"/>
    <dgm:cxn modelId="{FB857435-661B-4CBE-8A30-FEBC8E915DF0}" type="presParOf" srcId="{DF2BA9B3-E1BC-444D-B225-9736BA7E95A1}" destId="{B53E7DB8-202D-49D4-8AED-8900F0FAFB80}" srcOrd="13" destOrd="0" presId="urn:microsoft.com/office/officeart/2008/layout/LinedList"/>
    <dgm:cxn modelId="{2A56286B-969E-43F1-9D23-9D0CA135284E}" type="presParOf" srcId="{B53E7DB8-202D-49D4-8AED-8900F0FAFB80}" destId="{11A7AA80-3C46-4DE7-A9B6-C104D6ED3BDF}" srcOrd="0" destOrd="0" presId="urn:microsoft.com/office/officeart/2008/layout/LinedList"/>
    <dgm:cxn modelId="{BA848B59-2616-47BE-83BA-968E328FA7D3}" type="presParOf" srcId="{B53E7DB8-202D-49D4-8AED-8900F0FAFB80}" destId="{85BE1960-3C81-4917-9344-CB7F9C7FD3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9FB975-AA3C-43B1-95B8-BD35D8A6D6E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BCE51E-2F12-482E-B742-DE3AFB331B6C}">
      <dgm:prSet/>
      <dgm:spPr/>
      <dgm:t>
        <a:bodyPr/>
        <a:lstStyle/>
        <a:p>
          <a:r>
            <a:rPr lang="en-US"/>
            <a:t>Eliminate null values for data reliability</a:t>
          </a:r>
        </a:p>
      </dgm:t>
    </dgm:pt>
    <dgm:pt modelId="{1DBD64ED-26C9-4FD9-8235-A30EF5CB0DEB}" type="parTrans" cxnId="{F7512895-98A1-4D64-AAE0-9FCC501B38D1}">
      <dgm:prSet/>
      <dgm:spPr/>
      <dgm:t>
        <a:bodyPr/>
        <a:lstStyle/>
        <a:p>
          <a:endParaRPr lang="en-US"/>
        </a:p>
      </dgm:t>
    </dgm:pt>
    <dgm:pt modelId="{DC555D29-9995-4EB3-875C-EF2250DD914A}" type="sibTrans" cxnId="{F7512895-98A1-4D64-AAE0-9FCC501B38D1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91654C30-5813-41AA-875D-EF78265F8C27}">
      <dgm:prSet/>
      <dgm:spPr/>
      <dgm:t>
        <a:bodyPr/>
        <a:lstStyle/>
        <a:p>
          <a:r>
            <a:rPr lang="en-US"/>
            <a:t>Remove duplicate entries to reduce bias</a:t>
          </a:r>
        </a:p>
      </dgm:t>
    </dgm:pt>
    <dgm:pt modelId="{22296FFE-CA5E-48FF-82E4-CF60C6AEE22D}" type="parTrans" cxnId="{7EBF2E23-66B6-4153-B125-69F704656FC7}">
      <dgm:prSet/>
      <dgm:spPr/>
      <dgm:t>
        <a:bodyPr/>
        <a:lstStyle/>
        <a:p>
          <a:endParaRPr lang="en-US"/>
        </a:p>
      </dgm:t>
    </dgm:pt>
    <dgm:pt modelId="{AAF7C653-56D4-4F70-962A-E3F9782B61A8}" type="sibTrans" cxnId="{7EBF2E23-66B6-4153-B125-69F704656FC7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D92D498D-EF51-494D-800B-8CF5D49C2BD5}">
      <dgm:prSet/>
      <dgm:spPr/>
      <dgm:t>
        <a:bodyPr/>
        <a:lstStyle/>
        <a:p>
          <a:r>
            <a:rPr lang="en-US"/>
            <a:t>Apply tokenization to break text into meaningful units</a:t>
          </a:r>
        </a:p>
      </dgm:t>
    </dgm:pt>
    <dgm:pt modelId="{004D0620-7DAF-4697-842C-6D1889BEC721}" type="parTrans" cxnId="{61395F74-1CC5-4A2F-ABB3-7239979EEE75}">
      <dgm:prSet/>
      <dgm:spPr/>
      <dgm:t>
        <a:bodyPr/>
        <a:lstStyle/>
        <a:p>
          <a:endParaRPr lang="en-US"/>
        </a:p>
      </dgm:t>
    </dgm:pt>
    <dgm:pt modelId="{CF44BE7B-4C09-4CC1-8FC2-0E5FDA346604}" type="sibTrans" cxnId="{61395F74-1CC5-4A2F-ABB3-7239979EEE75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6F41C4E3-36F4-4222-A471-D310EFA43A5C}">
      <dgm:prSet/>
      <dgm:spPr/>
      <dgm:t>
        <a:bodyPr/>
        <a:lstStyle/>
        <a:p>
          <a:r>
            <a:rPr lang="en-US" b="1"/>
            <a:t>Result: </a:t>
          </a:r>
          <a:r>
            <a:rPr lang="en-US"/>
            <a:t>Clean, structured, high-quality data for accurate AI model training.</a:t>
          </a:r>
        </a:p>
      </dgm:t>
    </dgm:pt>
    <dgm:pt modelId="{A4BE9D5C-D824-43FF-BA00-C76716E834C9}" type="parTrans" cxnId="{AD26D463-1A9F-4212-AC93-C27C7E198E49}">
      <dgm:prSet/>
      <dgm:spPr/>
      <dgm:t>
        <a:bodyPr/>
        <a:lstStyle/>
        <a:p>
          <a:endParaRPr lang="en-US"/>
        </a:p>
      </dgm:t>
    </dgm:pt>
    <dgm:pt modelId="{413A1617-3735-45C2-85CA-F24D8990A291}" type="sibTrans" cxnId="{AD26D463-1A9F-4212-AC93-C27C7E198E49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A0C7C916-CDEC-4075-B0C7-0210B1FA155A}" type="pres">
      <dgm:prSet presAssocID="{E79FB975-AA3C-43B1-95B8-BD35D8A6D6E3}" presName="Name0" presStyleCnt="0">
        <dgm:presLayoutVars>
          <dgm:animLvl val="lvl"/>
          <dgm:resizeHandles val="exact"/>
        </dgm:presLayoutVars>
      </dgm:prSet>
      <dgm:spPr/>
    </dgm:pt>
    <dgm:pt modelId="{0CE1CE93-757A-4A9E-8090-4C36C8E30B23}" type="pres">
      <dgm:prSet presAssocID="{ADBCE51E-2F12-482E-B742-DE3AFB331B6C}" presName="compositeNode" presStyleCnt="0">
        <dgm:presLayoutVars>
          <dgm:bulletEnabled val="1"/>
        </dgm:presLayoutVars>
      </dgm:prSet>
      <dgm:spPr/>
    </dgm:pt>
    <dgm:pt modelId="{B8857135-CF9F-496E-930E-3B8DA3A1443A}" type="pres">
      <dgm:prSet presAssocID="{ADBCE51E-2F12-482E-B742-DE3AFB331B6C}" presName="bgRect" presStyleLbl="bgAccFollowNode1" presStyleIdx="0" presStyleCnt="4"/>
      <dgm:spPr/>
    </dgm:pt>
    <dgm:pt modelId="{3CAB42C7-3006-4600-BC91-F7A31B9DAD9B}" type="pres">
      <dgm:prSet presAssocID="{DC555D29-9995-4EB3-875C-EF2250DD914A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B213D6C0-D41D-4720-8C90-C9B8466DC0EE}" type="pres">
      <dgm:prSet presAssocID="{ADBCE51E-2F12-482E-B742-DE3AFB331B6C}" presName="bottomLine" presStyleLbl="alignNode1" presStyleIdx="1" presStyleCnt="8">
        <dgm:presLayoutVars/>
      </dgm:prSet>
      <dgm:spPr/>
    </dgm:pt>
    <dgm:pt modelId="{5E767A59-0658-4196-9EEC-71F95BB4AB6C}" type="pres">
      <dgm:prSet presAssocID="{ADBCE51E-2F12-482E-B742-DE3AFB331B6C}" presName="nodeText" presStyleLbl="bgAccFollowNode1" presStyleIdx="0" presStyleCnt="4">
        <dgm:presLayoutVars>
          <dgm:bulletEnabled val="1"/>
        </dgm:presLayoutVars>
      </dgm:prSet>
      <dgm:spPr/>
    </dgm:pt>
    <dgm:pt modelId="{7FC5D992-39C1-40DB-B385-263877836422}" type="pres">
      <dgm:prSet presAssocID="{DC555D29-9995-4EB3-875C-EF2250DD914A}" presName="sibTrans" presStyleCnt="0"/>
      <dgm:spPr/>
    </dgm:pt>
    <dgm:pt modelId="{B7AB718A-527E-4EF4-B294-89C412A2AB20}" type="pres">
      <dgm:prSet presAssocID="{91654C30-5813-41AA-875D-EF78265F8C27}" presName="compositeNode" presStyleCnt="0">
        <dgm:presLayoutVars>
          <dgm:bulletEnabled val="1"/>
        </dgm:presLayoutVars>
      </dgm:prSet>
      <dgm:spPr/>
    </dgm:pt>
    <dgm:pt modelId="{72AD9BFF-E056-4475-A5BB-723DFBE9C2BA}" type="pres">
      <dgm:prSet presAssocID="{91654C30-5813-41AA-875D-EF78265F8C27}" presName="bgRect" presStyleLbl="bgAccFollowNode1" presStyleIdx="1" presStyleCnt="4"/>
      <dgm:spPr/>
    </dgm:pt>
    <dgm:pt modelId="{248BE10D-4F58-41EF-9AD7-540DF127D7C7}" type="pres">
      <dgm:prSet presAssocID="{AAF7C653-56D4-4F70-962A-E3F9782B61A8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A174753A-68DA-4F87-93AA-56E107411E74}" type="pres">
      <dgm:prSet presAssocID="{91654C30-5813-41AA-875D-EF78265F8C27}" presName="bottomLine" presStyleLbl="alignNode1" presStyleIdx="3" presStyleCnt="8">
        <dgm:presLayoutVars/>
      </dgm:prSet>
      <dgm:spPr/>
    </dgm:pt>
    <dgm:pt modelId="{6E11B403-D78F-4208-A63B-814B4BD5F7C0}" type="pres">
      <dgm:prSet presAssocID="{91654C30-5813-41AA-875D-EF78265F8C27}" presName="nodeText" presStyleLbl="bgAccFollowNode1" presStyleIdx="1" presStyleCnt="4">
        <dgm:presLayoutVars>
          <dgm:bulletEnabled val="1"/>
        </dgm:presLayoutVars>
      </dgm:prSet>
      <dgm:spPr/>
    </dgm:pt>
    <dgm:pt modelId="{ED6BF442-3A5A-4349-9591-368052528C03}" type="pres">
      <dgm:prSet presAssocID="{AAF7C653-56D4-4F70-962A-E3F9782B61A8}" presName="sibTrans" presStyleCnt="0"/>
      <dgm:spPr/>
    </dgm:pt>
    <dgm:pt modelId="{DF1C097C-6482-4B10-80C4-298B64ED5CB8}" type="pres">
      <dgm:prSet presAssocID="{D92D498D-EF51-494D-800B-8CF5D49C2BD5}" presName="compositeNode" presStyleCnt="0">
        <dgm:presLayoutVars>
          <dgm:bulletEnabled val="1"/>
        </dgm:presLayoutVars>
      </dgm:prSet>
      <dgm:spPr/>
    </dgm:pt>
    <dgm:pt modelId="{2F345A7D-E26C-4B9A-AA66-5925E6FD6C8F}" type="pres">
      <dgm:prSet presAssocID="{D92D498D-EF51-494D-800B-8CF5D49C2BD5}" presName="bgRect" presStyleLbl="bgAccFollowNode1" presStyleIdx="2" presStyleCnt="4"/>
      <dgm:spPr/>
    </dgm:pt>
    <dgm:pt modelId="{F6973F41-CD05-41FF-959A-D645FD5708CF}" type="pres">
      <dgm:prSet presAssocID="{CF44BE7B-4C09-4CC1-8FC2-0E5FDA346604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EC6A193C-40AF-49E2-8136-F70BC74F8CBC}" type="pres">
      <dgm:prSet presAssocID="{D92D498D-EF51-494D-800B-8CF5D49C2BD5}" presName="bottomLine" presStyleLbl="alignNode1" presStyleIdx="5" presStyleCnt="8">
        <dgm:presLayoutVars/>
      </dgm:prSet>
      <dgm:spPr/>
    </dgm:pt>
    <dgm:pt modelId="{700F6A17-BFD1-4C59-B8AF-D7CAA4CD2BED}" type="pres">
      <dgm:prSet presAssocID="{D92D498D-EF51-494D-800B-8CF5D49C2BD5}" presName="nodeText" presStyleLbl="bgAccFollowNode1" presStyleIdx="2" presStyleCnt="4">
        <dgm:presLayoutVars>
          <dgm:bulletEnabled val="1"/>
        </dgm:presLayoutVars>
      </dgm:prSet>
      <dgm:spPr/>
    </dgm:pt>
    <dgm:pt modelId="{7BD9E6C7-955D-443F-B10A-6E4527C7BD36}" type="pres">
      <dgm:prSet presAssocID="{CF44BE7B-4C09-4CC1-8FC2-0E5FDA346604}" presName="sibTrans" presStyleCnt="0"/>
      <dgm:spPr/>
    </dgm:pt>
    <dgm:pt modelId="{4716B464-CF69-42D2-A402-23C02887DD48}" type="pres">
      <dgm:prSet presAssocID="{6F41C4E3-36F4-4222-A471-D310EFA43A5C}" presName="compositeNode" presStyleCnt="0">
        <dgm:presLayoutVars>
          <dgm:bulletEnabled val="1"/>
        </dgm:presLayoutVars>
      </dgm:prSet>
      <dgm:spPr/>
    </dgm:pt>
    <dgm:pt modelId="{51728928-3C17-4BA8-AB3F-5828C727A78B}" type="pres">
      <dgm:prSet presAssocID="{6F41C4E3-36F4-4222-A471-D310EFA43A5C}" presName="bgRect" presStyleLbl="bgAccFollowNode1" presStyleIdx="3" presStyleCnt="4"/>
      <dgm:spPr/>
    </dgm:pt>
    <dgm:pt modelId="{A8652001-BDD9-406B-918E-DF0D059AD77F}" type="pres">
      <dgm:prSet presAssocID="{413A1617-3735-45C2-85CA-F24D8990A291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5160EC4E-F06C-4984-B1F1-5635608A03B6}" type="pres">
      <dgm:prSet presAssocID="{6F41C4E3-36F4-4222-A471-D310EFA43A5C}" presName="bottomLine" presStyleLbl="alignNode1" presStyleIdx="7" presStyleCnt="8">
        <dgm:presLayoutVars/>
      </dgm:prSet>
      <dgm:spPr/>
    </dgm:pt>
    <dgm:pt modelId="{38F6EE34-BFA0-462E-9646-132EB7073319}" type="pres">
      <dgm:prSet presAssocID="{6F41C4E3-36F4-4222-A471-D310EFA43A5C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7EBF2E23-66B6-4153-B125-69F704656FC7}" srcId="{E79FB975-AA3C-43B1-95B8-BD35D8A6D6E3}" destId="{91654C30-5813-41AA-875D-EF78265F8C27}" srcOrd="1" destOrd="0" parTransId="{22296FFE-CA5E-48FF-82E4-CF60C6AEE22D}" sibTransId="{AAF7C653-56D4-4F70-962A-E3F9782B61A8}"/>
    <dgm:cxn modelId="{C059F13C-A841-4F29-86FC-48B4A3CB5E4C}" type="presOf" srcId="{D92D498D-EF51-494D-800B-8CF5D49C2BD5}" destId="{2F345A7D-E26C-4B9A-AA66-5925E6FD6C8F}" srcOrd="0" destOrd="0" presId="urn:microsoft.com/office/officeart/2016/7/layout/BasicLinearProcessNumbered"/>
    <dgm:cxn modelId="{A43A453E-2DDF-4732-96CE-B23918FEE328}" type="presOf" srcId="{ADBCE51E-2F12-482E-B742-DE3AFB331B6C}" destId="{B8857135-CF9F-496E-930E-3B8DA3A1443A}" srcOrd="0" destOrd="0" presId="urn:microsoft.com/office/officeart/2016/7/layout/BasicLinearProcessNumbered"/>
    <dgm:cxn modelId="{AD26D463-1A9F-4212-AC93-C27C7E198E49}" srcId="{E79FB975-AA3C-43B1-95B8-BD35D8A6D6E3}" destId="{6F41C4E3-36F4-4222-A471-D310EFA43A5C}" srcOrd="3" destOrd="0" parTransId="{A4BE9D5C-D824-43FF-BA00-C76716E834C9}" sibTransId="{413A1617-3735-45C2-85CA-F24D8990A291}"/>
    <dgm:cxn modelId="{44BA4E4E-917D-4F41-8A4A-2EDD673147F4}" type="presOf" srcId="{6F41C4E3-36F4-4222-A471-D310EFA43A5C}" destId="{38F6EE34-BFA0-462E-9646-132EB7073319}" srcOrd="1" destOrd="0" presId="urn:microsoft.com/office/officeart/2016/7/layout/BasicLinearProcessNumbered"/>
    <dgm:cxn modelId="{61395F74-1CC5-4A2F-ABB3-7239979EEE75}" srcId="{E79FB975-AA3C-43B1-95B8-BD35D8A6D6E3}" destId="{D92D498D-EF51-494D-800B-8CF5D49C2BD5}" srcOrd="2" destOrd="0" parTransId="{004D0620-7DAF-4697-842C-6D1889BEC721}" sibTransId="{CF44BE7B-4C09-4CC1-8FC2-0E5FDA346604}"/>
    <dgm:cxn modelId="{6BB33D56-58D8-40D0-A373-22FD2C8F370D}" type="presOf" srcId="{413A1617-3735-45C2-85CA-F24D8990A291}" destId="{A8652001-BDD9-406B-918E-DF0D059AD77F}" srcOrd="0" destOrd="0" presId="urn:microsoft.com/office/officeart/2016/7/layout/BasicLinearProcessNumbered"/>
    <dgm:cxn modelId="{3CF44F86-8C92-4B4D-9AB9-E33E3B0F3C24}" type="presOf" srcId="{CF44BE7B-4C09-4CC1-8FC2-0E5FDA346604}" destId="{F6973F41-CD05-41FF-959A-D645FD5708CF}" srcOrd="0" destOrd="0" presId="urn:microsoft.com/office/officeart/2016/7/layout/BasicLinearProcessNumbered"/>
    <dgm:cxn modelId="{244C6B87-4441-4F64-AEAC-1BC967DA6EF3}" type="presOf" srcId="{E79FB975-AA3C-43B1-95B8-BD35D8A6D6E3}" destId="{A0C7C916-CDEC-4075-B0C7-0210B1FA155A}" srcOrd="0" destOrd="0" presId="urn:microsoft.com/office/officeart/2016/7/layout/BasicLinearProcessNumbered"/>
    <dgm:cxn modelId="{FAEF3B92-873D-4E90-AD3B-524081D1D3B2}" type="presOf" srcId="{DC555D29-9995-4EB3-875C-EF2250DD914A}" destId="{3CAB42C7-3006-4600-BC91-F7A31B9DAD9B}" srcOrd="0" destOrd="0" presId="urn:microsoft.com/office/officeart/2016/7/layout/BasicLinearProcessNumbered"/>
    <dgm:cxn modelId="{C5B3B594-BC14-4A7D-B4D5-49E8412465C3}" type="presOf" srcId="{91654C30-5813-41AA-875D-EF78265F8C27}" destId="{72AD9BFF-E056-4475-A5BB-723DFBE9C2BA}" srcOrd="0" destOrd="0" presId="urn:microsoft.com/office/officeart/2016/7/layout/BasicLinearProcessNumbered"/>
    <dgm:cxn modelId="{F7512895-98A1-4D64-AAE0-9FCC501B38D1}" srcId="{E79FB975-AA3C-43B1-95B8-BD35D8A6D6E3}" destId="{ADBCE51E-2F12-482E-B742-DE3AFB331B6C}" srcOrd="0" destOrd="0" parTransId="{1DBD64ED-26C9-4FD9-8235-A30EF5CB0DEB}" sibTransId="{DC555D29-9995-4EB3-875C-EF2250DD914A}"/>
    <dgm:cxn modelId="{DD5789AA-E661-4341-BB0C-BA89A6ADC7A1}" type="presOf" srcId="{6F41C4E3-36F4-4222-A471-D310EFA43A5C}" destId="{51728928-3C17-4BA8-AB3F-5828C727A78B}" srcOrd="0" destOrd="0" presId="urn:microsoft.com/office/officeart/2016/7/layout/BasicLinearProcessNumbered"/>
    <dgm:cxn modelId="{ADECF7B2-2DE3-4E58-A9BA-CE7A35718285}" type="presOf" srcId="{ADBCE51E-2F12-482E-B742-DE3AFB331B6C}" destId="{5E767A59-0658-4196-9EEC-71F95BB4AB6C}" srcOrd="1" destOrd="0" presId="urn:microsoft.com/office/officeart/2016/7/layout/BasicLinearProcessNumbered"/>
    <dgm:cxn modelId="{BD2E1EC3-B817-4796-8998-2821E3845FC5}" type="presOf" srcId="{D92D498D-EF51-494D-800B-8CF5D49C2BD5}" destId="{700F6A17-BFD1-4C59-B8AF-D7CAA4CD2BED}" srcOrd="1" destOrd="0" presId="urn:microsoft.com/office/officeart/2016/7/layout/BasicLinearProcessNumbered"/>
    <dgm:cxn modelId="{0EE56BC9-39A0-464A-B047-3168F931168A}" type="presOf" srcId="{AAF7C653-56D4-4F70-962A-E3F9782B61A8}" destId="{248BE10D-4F58-41EF-9AD7-540DF127D7C7}" srcOrd="0" destOrd="0" presId="urn:microsoft.com/office/officeart/2016/7/layout/BasicLinearProcessNumbered"/>
    <dgm:cxn modelId="{3FD169E9-3E86-421E-9A6E-DC4D271617F4}" type="presOf" srcId="{91654C30-5813-41AA-875D-EF78265F8C27}" destId="{6E11B403-D78F-4208-A63B-814B4BD5F7C0}" srcOrd="1" destOrd="0" presId="urn:microsoft.com/office/officeart/2016/7/layout/BasicLinearProcessNumbered"/>
    <dgm:cxn modelId="{F0A52C47-7352-45A1-8F37-D728653015C9}" type="presParOf" srcId="{A0C7C916-CDEC-4075-B0C7-0210B1FA155A}" destId="{0CE1CE93-757A-4A9E-8090-4C36C8E30B23}" srcOrd="0" destOrd="0" presId="urn:microsoft.com/office/officeart/2016/7/layout/BasicLinearProcessNumbered"/>
    <dgm:cxn modelId="{BB7779B1-E9BF-4F7A-9ED4-C53728CF4282}" type="presParOf" srcId="{0CE1CE93-757A-4A9E-8090-4C36C8E30B23}" destId="{B8857135-CF9F-496E-930E-3B8DA3A1443A}" srcOrd="0" destOrd="0" presId="urn:microsoft.com/office/officeart/2016/7/layout/BasicLinearProcessNumbered"/>
    <dgm:cxn modelId="{9896A732-AFBD-486F-9F3D-631355397A8A}" type="presParOf" srcId="{0CE1CE93-757A-4A9E-8090-4C36C8E30B23}" destId="{3CAB42C7-3006-4600-BC91-F7A31B9DAD9B}" srcOrd="1" destOrd="0" presId="urn:microsoft.com/office/officeart/2016/7/layout/BasicLinearProcessNumbered"/>
    <dgm:cxn modelId="{66700E46-CBA9-41E6-8D3D-5A591187F69E}" type="presParOf" srcId="{0CE1CE93-757A-4A9E-8090-4C36C8E30B23}" destId="{B213D6C0-D41D-4720-8C90-C9B8466DC0EE}" srcOrd="2" destOrd="0" presId="urn:microsoft.com/office/officeart/2016/7/layout/BasicLinearProcessNumbered"/>
    <dgm:cxn modelId="{B35E2AEC-C4BB-4F10-85CE-0246035A370E}" type="presParOf" srcId="{0CE1CE93-757A-4A9E-8090-4C36C8E30B23}" destId="{5E767A59-0658-4196-9EEC-71F95BB4AB6C}" srcOrd="3" destOrd="0" presId="urn:microsoft.com/office/officeart/2016/7/layout/BasicLinearProcessNumbered"/>
    <dgm:cxn modelId="{F410EA09-7B0A-4D14-B3E4-141311C2DF23}" type="presParOf" srcId="{A0C7C916-CDEC-4075-B0C7-0210B1FA155A}" destId="{7FC5D992-39C1-40DB-B385-263877836422}" srcOrd="1" destOrd="0" presId="urn:microsoft.com/office/officeart/2016/7/layout/BasicLinearProcessNumbered"/>
    <dgm:cxn modelId="{772CBEDA-603C-427E-9323-F320BA7D2BF7}" type="presParOf" srcId="{A0C7C916-CDEC-4075-B0C7-0210B1FA155A}" destId="{B7AB718A-527E-4EF4-B294-89C412A2AB20}" srcOrd="2" destOrd="0" presId="urn:microsoft.com/office/officeart/2016/7/layout/BasicLinearProcessNumbered"/>
    <dgm:cxn modelId="{03FC9A74-936F-47D5-AC16-700A1519FE7B}" type="presParOf" srcId="{B7AB718A-527E-4EF4-B294-89C412A2AB20}" destId="{72AD9BFF-E056-4475-A5BB-723DFBE9C2BA}" srcOrd="0" destOrd="0" presId="urn:microsoft.com/office/officeart/2016/7/layout/BasicLinearProcessNumbered"/>
    <dgm:cxn modelId="{6DE4ADA4-2746-4AD6-9235-EEF8950964E6}" type="presParOf" srcId="{B7AB718A-527E-4EF4-B294-89C412A2AB20}" destId="{248BE10D-4F58-41EF-9AD7-540DF127D7C7}" srcOrd="1" destOrd="0" presId="urn:microsoft.com/office/officeart/2016/7/layout/BasicLinearProcessNumbered"/>
    <dgm:cxn modelId="{CCFB79B0-51FB-423C-A541-EACD57375063}" type="presParOf" srcId="{B7AB718A-527E-4EF4-B294-89C412A2AB20}" destId="{A174753A-68DA-4F87-93AA-56E107411E74}" srcOrd="2" destOrd="0" presId="urn:microsoft.com/office/officeart/2016/7/layout/BasicLinearProcessNumbered"/>
    <dgm:cxn modelId="{CEBA5566-866C-4E49-8C22-95CAFBF75D79}" type="presParOf" srcId="{B7AB718A-527E-4EF4-B294-89C412A2AB20}" destId="{6E11B403-D78F-4208-A63B-814B4BD5F7C0}" srcOrd="3" destOrd="0" presId="urn:microsoft.com/office/officeart/2016/7/layout/BasicLinearProcessNumbered"/>
    <dgm:cxn modelId="{9F27B250-5AF3-4963-A3AF-3073AE634B6A}" type="presParOf" srcId="{A0C7C916-CDEC-4075-B0C7-0210B1FA155A}" destId="{ED6BF442-3A5A-4349-9591-368052528C03}" srcOrd="3" destOrd="0" presId="urn:microsoft.com/office/officeart/2016/7/layout/BasicLinearProcessNumbered"/>
    <dgm:cxn modelId="{F51EA35B-A66D-4C7F-8A27-9F44B086754D}" type="presParOf" srcId="{A0C7C916-CDEC-4075-B0C7-0210B1FA155A}" destId="{DF1C097C-6482-4B10-80C4-298B64ED5CB8}" srcOrd="4" destOrd="0" presId="urn:microsoft.com/office/officeart/2016/7/layout/BasicLinearProcessNumbered"/>
    <dgm:cxn modelId="{62D4C923-A774-4E08-8AB4-81AE1F7E0CCD}" type="presParOf" srcId="{DF1C097C-6482-4B10-80C4-298B64ED5CB8}" destId="{2F345A7D-E26C-4B9A-AA66-5925E6FD6C8F}" srcOrd="0" destOrd="0" presId="urn:microsoft.com/office/officeart/2016/7/layout/BasicLinearProcessNumbered"/>
    <dgm:cxn modelId="{69AB004A-821C-440C-9D60-B72D878A84B7}" type="presParOf" srcId="{DF1C097C-6482-4B10-80C4-298B64ED5CB8}" destId="{F6973F41-CD05-41FF-959A-D645FD5708CF}" srcOrd="1" destOrd="0" presId="urn:microsoft.com/office/officeart/2016/7/layout/BasicLinearProcessNumbered"/>
    <dgm:cxn modelId="{6954AF3E-5787-4048-A6D0-FD3A4090703F}" type="presParOf" srcId="{DF1C097C-6482-4B10-80C4-298B64ED5CB8}" destId="{EC6A193C-40AF-49E2-8136-F70BC74F8CBC}" srcOrd="2" destOrd="0" presId="urn:microsoft.com/office/officeart/2016/7/layout/BasicLinearProcessNumbered"/>
    <dgm:cxn modelId="{9836E50A-9B91-4739-8FEF-143CB5597AD5}" type="presParOf" srcId="{DF1C097C-6482-4B10-80C4-298B64ED5CB8}" destId="{700F6A17-BFD1-4C59-B8AF-D7CAA4CD2BED}" srcOrd="3" destOrd="0" presId="urn:microsoft.com/office/officeart/2016/7/layout/BasicLinearProcessNumbered"/>
    <dgm:cxn modelId="{BFFEA88D-13C0-4C79-BF7B-5A2EE8B1E5CC}" type="presParOf" srcId="{A0C7C916-CDEC-4075-B0C7-0210B1FA155A}" destId="{7BD9E6C7-955D-443F-B10A-6E4527C7BD36}" srcOrd="5" destOrd="0" presId="urn:microsoft.com/office/officeart/2016/7/layout/BasicLinearProcessNumbered"/>
    <dgm:cxn modelId="{C859E442-FB24-4178-95FB-9DED96BFA5A7}" type="presParOf" srcId="{A0C7C916-CDEC-4075-B0C7-0210B1FA155A}" destId="{4716B464-CF69-42D2-A402-23C02887DD48}" srcOrd="6" destOrd="0" presId="urn:microsoft.com/office/officeart/2016/7/layout/BasicLinearProcessNumbered"/>
    <dgm:cxn modelId="{E033C061-0B6F-4EAA-BB50-1097CD72B9EB}" type="presParOf" srcId="{4716B464-CF69-42D2-A402-23C02887DD48}" destId="{51728928-3C17-4BA8-AB3F-5828C727A78B}" srcOrd="0" destOrd="0" presId="urn:microsoft.com/office/officeart/2016/7/layout/BasicLinearProcessNumbered"/>
    <dgm:cxn modelId="{37B4C249-6E76-47DA-A882-80373A17F3CE}" type="presParOf" srcId="{4716B464-CF69-42D2-A402-23C02887DD48}" destId="{A8652001-BDD9-406B-918E-DF0D059AD77F}" srcOrd="1" destOrd="0" presId="urn:microsoft.com/office/officeart/2016/7/layout/BasicLinearProcessNumbered"/>
    <dgm:cxn modelId="{E2CA4F1A-7FE2-4F65-954C-BE8F9B5D56B1}" type="presParOf" srcId="{4716B464-CF69-42D2-A402-23C02887DD48}" destId="{5160EC4E-F06C-4984-B1F1-5635608A03B6}" srcOrd="2" destOrd="0" presId="urn:microsoft.com/office/officeart/2016/7/layout/BasicLinearProcessNumbered"/>
    <dgm:cxn modelId="{A90AC4CD-607F-41E3-8C15-14FEFDA007BF}" type="presParOf" srcId="{4716B464-CF69-42D2-A402-23C02887DD48}" destId="{38F6EE34-BFA0-462E-9646-132EB707331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701522-423E-4089-B4CA-5D06392F57B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D8BED1-B958-4091-A304-ED6D9B663E67}">
      <dgm:prSet custT="1"/>
      <dgm:spPr/>
      <dgm:t>
        <a:bodyPr/>
        <a:lstStyle/>
        <a:p>
          <a:r>
            <a:rPr lang="en-US" sz="2400" dirty="0"/>
            <a:t>ML model ranks resumes based on Job Description &amp; Category</a:t>
          </a:r>
        </a:p>
      </dgm:t>
    </dgm:pt>
    <dgm:pt modelId="{819113E2-E480-476C-8B7E-4C8516FD311C}" type="parTrans" cxnId="{7641DBBA-FFBB-4BBD-98D8-1D6C47D1B0E7}">
      <dgm:prSet/>
      <dgm:spPr/>
      <dgm:t>
        <a:bodyPr/>
        <a:lstStyle/>
        <a:p>
          <a:endParaRPr lang="en-US"/>
        </a:p>
      </dgm:t>
    </dgm:pt>
    <dgm:pt modelId="{11FBF450-8672-450B-948F-2F20DB81D42B}" type="sibTrans" cxnId="{7641DBBA-FFBB-4BBD-98D8-1D6C47D1B0E7}">
      <dgm:prSet/>
      <dgm:spPr/>
      <dgm:t>
        <a:bodyPr/>
        <a:lstStyle/>
        <a:p>
          <a:endParaRPr lang="en-US"/>
        </a:p>
      </dgm:t>
    </dgm:pt>
    <dgm:pt modelId="{E871728A-BCD8-466F-80CB-8DE7BB56D451}">
      <dgm:prSet/>
      <dgm:spPr/>
      <dgm:t>
        <a:bodyPr/>
        <a:lstStyle/>
        <a:p>
          <a:r>
            <a:rPr lang="en-US" dirty="0"/>
            <a:t>Trained on historical resume data using NLP to extract relevant features</a:t>
          </a:r>
        </a:p>
      </dgm:t>
    </dgm:pt>
    <dgm:pt modelId="{03B607DB-1DBE-49F0-98D0-7137BEFBFEBF}" type="parTrans" cxnId="{9E97E995-20CF-422E-B0BA-A4C911354F13}">
      <dgm:prSet/>
      <dgm:spPr/>
      <dgm:t>
        <a:bodyPr/>
        <a:lstStyle/>
        <a:p>
          <a:endParaRPr lang="en-US"/>
        </a:p>
      </dgm:t>
    </dgm:pt>
    <dgm:pt modelId="{25F90A1F-4937-46EC-BB94-AF9742C7ACF2}" type="sibTrans" cxnId="{9E97E995-20CF-422E-B0BA-A4C911354F13}">
      <dgm:prSet/>
      <dgm:spPr/>
      <dgm:t>
        <a:bodyPr/>
        <a:lstStyle/>
        <a:p>
          <a:endParaRPr lang="en-US"/>
        </a:p>
      </dgm:t>
    </dgm:pt>
    <dgm:pt modelId="{4FC2EC35-CE76-4057-9152-F2DE84CD4B16}">
      <dgm:prSet/>
      <dgm:spPr/>
      <dgm:t>
        <a:bodyPr/>
        <a:lstStyle/>
        <a:p>
          <a:r>
            <a:rPr lang="en-US" dirty="0"/>
            <a:t>Model is iteratively refined for improved ranking accuracy</a:t>
          </a:r>
        </a:p>
      </dgm:t>
    </dgm:pt>
    <dgm:pt modelId="{073FFE8B-A971-49A4-8D2A-1153FE8E0592}" type="parTrans" cxnId="{7130D149-D89B-464D-905D-1F0FB41C852A}">
      <dgm:prSet/>
      <dgm:spPr/>
      <dgm:t>
        <a:bodyPr/>
        <a:lstStyle/>
        <a:p>
          <a:endParaRPr lang="en-US"/>
        </a:p>
      </dgm:t>
    </dgm:pt>
    <dgm:pt modelId="{07D31F12-2015-4EE0-A2CD-72EA2AB44039}" type="sibTrans" cxnId="{7130D149-D89B-464D-905D-1F0FB41C852A}">
      <dgm:prSet/>
      <dgm:spPr/>
      <dgm:t>
        <a:bodyPr/>
        <a:lstStyle/>
        <a:p>
          <a:endParaRPr lang="en-US"/>
        </a:p>
      </dgm:t>
    </dgm:pt>
    <dgm:pt modelId="{D70D6FCF-8165-4353-8239-589803B88E8A}" type="pres">
      <dgm:prSet presAssocID="{54701522-423E-4089-B4CA-5D06392F57B4}" presName="root" presStyleCnt="0">
        <dgm:presLayoutVars>
          <dgm:dir/>
          <dgm:resizeHandles val="exact"/>
        </dgm:presLayoutVars>
      </dgm:prSet>
      <dgm:spPr/>
    </dgm:pt>
    <dgm:pt modelId="{8DA4000D-0FAA-4400-B2B5-91E947CC51BD}" type="pres">
      <dgm:prSet presAssocID="{ADD8BED1-B958-4091-A304-ED6D9B663E67}" presName="compNode" presStyleCnt="0"/>
      <dgm:spPr/>
    </dgm:pt>
    <dgm:pt modelId="{83D9E2E3-63D6-4A1D-B14D-6DB0AA6C960F}" type="pres">
      <dgm:prSet presAssocID="{ADD8BED1-B958-4091-A304-ED6D9B663E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B0746C1-82A5-4EE4-AD82-7A8F7B2E8D2D}" type="pres">
      <dgm:prSet presAssocID="{ADD8BED1-B958-4091-A304-ED6D9B663E67}" presName="spaceRect" presStyleCnt="0"/>
      <dgm:spPr/>
    </dgm:pt>
    <dgm:pt modelId="{3FC5DECC-6323-412B-8228-A008AA7117AE}" type="pres">
      <dgm:prSet presAssocID="{ADD8BED1-B958-4091-A304-ED6D9B663E67}" presName="textRect" presStyleLbl="revTx" presStyleIdx="0" presStyleCnt="3">
        <dgm:presLayoutVars>
          <dgm:chMax val="1"/>
          <dgm:chPref val="1"/>
        </dgm:presLayoutVars>
      </dgm:prSet>
      <dgm:spPr/>
    </dgm:pt>
    <dgm:pt modelId="{EE16A54C-5E5F-40DE-99F2-8C6806BFA08B}" type="pres">
      <dgm:prSet presAssocID="{11FBF450-8672-450B-948F-2F20DB81D42B}" presName="sibTrans" presStyleCnt="0"/>
      <dgm:spPr/>
    </dgm:pt>
    <dgm:pt modelId="{FD023C32-44B5-4574-9429-27DE8659F919}" type="pres">
      <dgm:prSet presAssocID="{E871728A-BCD8-466F-80CB-8DE7BB56D451}" presName="compNode" presStyleCnt="0"/>
      <dgm:spPr/>
    </dgm:pt>
    <dgm:pt modelId="{1B5B9C6E-34ED-429A-8E2A-DF6B79FF4421}" type="pres">
      <dgm:prSet presAssocID="{E871728A-BCD8-466F-80CB-8DE7BB56D45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1E882B1-27FF-4D1A-8D8F-A31385C9FD52}" type="pres">
      <dgm:prSet presAssocID="{E871728A-BCD8-466F-80CB-8DE7BB56D451}" presName="spaceRect" presStyleCnt="0"/>
      <dgm:spPr/>
    </dgm:pt>
    <dgm:pt modelId="{B52FFDAE-6360-421E-9193-34788322DA52}" type="pres">
      <dgm:prSet presAssocID="{E871728A-BCD8-466F-80CB-8DE7BB56D451}" presName="textRect" presStyleLbl="revTx" presStyleIdx="1" presStyleCnt="3">
        <dgm:presLayoutVars>
          <dgm:chMax val="1"/>
          <dgm:chPref val="1"/>
        </dgm:presLayoutVars>
      </dgm:prSet>
      <dgm:spPr/>
    </dgm:pt>
    <dgm:pt modelId="{BA97E1AA-2CE3-48E5-8944-3048995A3751}" type="pres">
      <dgm:prSet presAssocID="{25F90A1F-4937-46EC-BB94-AF9742C7ACF2}" presName="sibTrans" presStyleCnt="0"/>
      <dgm:spPr/>
    </dgm:pt>
    <dgm:pt modelId="{D7D06B5F-73D5-4862-9C9C-0A1E842E0DA5}" type="pres">
      <dgm:prSet presAssocID="{4FC2EC35-CE76-4057-9152-F2DE84CD4B16}" presName="compNode" presStyleCnt="0"/>
      <dgm:spPr/>
    </dgm:pt>
    <dgm:pt modelId="{C29BEE20-CDD0-4C32-9FE3-87273FA46160}" type="pres">
      <dgm:prSet presAssocID="{4FC2EC35-CE76-4057-9152-F2DE84CD4B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B3E03BE-8BEF-4A94-87B8-2AFD8C5A4734}" type="pres">
      <dgm:prSet presAssocID="{4FC2EC35-CE76-4057-9152-F2DE84CD4B16}" presName="spaceRect" presStyleCnt="0"/>
      <dgm:spPr/>
    </dgm:pt>
    <dgm:pt modelId="{B88CF60A-B268-4A3A-9D8C-42A0307F26C2}" type="pres">
      <dgm:prSet presAssocID="{4FC2EC35-CE76-4057-9152-F2DE84CD4B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50B4C02-A517-4B2A-9886-F985C1DE0FCE}" type="presOf" srcId="{ADD8BED1-B958-4091-A304-ED6D9B663E67}" destId="{3FC5DECC-6323-412B-8228-A008AA7117AE}" srcOrd="0" destOrd="0" presId="urn:microsoft.com/office/officeart/2018/2/layout/IconLabelList"/>
    <dgm:cxn modelId="{49549204-B8E9-4F57-982F-913AABAA9666}" type="presOf" srcId="{E871728A-BCD8-466F-80CB-8DE7BB56D451}" destId="{B52FFDAE-6360-421E-9193-34788322DA52}" srcOrd="0" destOrd="0" presId="urn:microsoft.com/office/officeart/2018/2/layout/IconLabelList"/>
    <dgm:cxn modelId="{7130D149-D89B-464D-905D-1F0FB41C852A}" srcId="{54701522-423E-4089-B4CA-5D06392F57B4}" destId="{4FC2EC35-CE76-4057-9152-F2DE84CD4B16}" srcOrd="2" destOrd="0" parTransId="{073FFE8B-A971-49A4-8D2A-1153FE8E0592}" sibTransId="{07D31F12-2015-4EE0-A2CD-72EA2AB44039}"/>
    <dgm:cxn modelId="{2CE25077-06FD-48AE-92D8-60BAF506B67D}" type="presOf" srcId="{4FC2EC35-CE76-4057-9152-F2DE84CD4B16}" destId="{B88CF60A-B268-4A3A-9D8C-42A0307F26C2}" srcOrd="0" destOrd="0" presId="urn:microsoft.com/office/officeart/2018/2/layout/IconLabelList"/>
    <dgm:cxn modelId="{1DC59777-38C2-488D-9A58-BD47A7FAB4F3}" type="presOf" srcId="{54701522-423E-4089-B4CA-5D06392F57B4}" destId="{D70D6FCF-8165-4353-8239-589803B88E8A}" srcOrd="0" destOrd="0" presId="urn:microsoft.com/office/officeart/2018/2/layout/IconLabelList"/>
    <dgm:cxn modelId="{9E97E995-20CF-422E-B0BA-A4C911354F13}" srcId="{54701522-423E-4089-B4CA-5D06392F57B4}" destId="{E871728A-BCD8-466F-80CB-8DE7BB56D451}" srcOrd="1" destOrd="0" parTransId="{03B607DB-1DBE-49F0-98D0-7137BEFBFEBF}" sibTransId="{25F90A1F-4937-46EC-BB94-AF9742C7ACF2}"/>
    <dgm:cxn modelId="{7641DBBA-FFBB-4BBD-98D8-1D6C47D1B0E7}" srcId="{54701522-423E-4089-B4CA-5D06392F57B4}" destId="{ADD8BED1-B958-4091-A304-ED6D9B663E67}" srcOrd="0" destOrd="0" parTransId="{819113E2-E480-476C-8B7E-4C8516FD311C}" sibTransId="{11FBF450-8672-450B-948F-2F20DB81D42B}"/>
    <dgm:cxn modelId="{1C9A38FE-A5EC-47AD-BDF8-C5950FDC0CA1}" type="presParOf" srcId="{D70D6FCF-8165-4353-8239-589803B88E8A}" destId="{8DA4000D-0FAA-4400-B2B5-91E947CC51BD}" srcOrd="0" destOrd="0" presId="urn:microsoft.com/office/officeart/2018/2/layout/IconLabelList"/>
    <dgm:cxn modelId="{82907B1F-9824-4E35-9C2D-6A8FB10B2C50}" type="presParOf" srcId="{8DA4000D-0FAA-4400-B2B5-91E947CC51BD}" destId="{83D9E2E3-63D6-4A1D-B14D-6DB0AA6C960F}" srcOrd="0" destOrd="0" presId="urn:microsoft.com/office/officeart/2018/2/layout/IconLabelList"/>
    <dgm:cxn modelId="{55F2BFDD-1DC7-400C-8059-3B719CC57BA5}" type="presParOf" srcId="{8DA4000D-0FAA-4400-B2B5-91E947CC51BD}" destId="{BB0746C1-82A5-4EE4-AD82-7A8F7B2E8D2D}" srcOrd="1" destOrd="0" presId="urn:microsoft.com/office/officeart/2018/2/layout/IconLabelList"/>
    <dgm:cxn modelId="{B32FAAAF-49D5-4E0E-92C6-0803C0CEA261}" type="presParOf" srcId="{8DA4000D-0FAA-4400-B2B5-91E947CC51BD}" destId="{3FC5DECC-6323-412B-8228-A008AA7117AE}" srcOrd="2" destOrd="0" presId="urn:microsoft.com/office/officeart/2018/2/layout/IconLabelList"/>
    <dgm:cxn modelId="{F39CAD1A-57C1-435B-8970-911F39D8415E}" type="presParOf" srcId="{D70D6FCF-8165-4353-8239-589803B88E8A}" destId="{EE16A54C-5E5F-40DE-99F2-8C6806BFA08B}" srcOrd="1" destOrd="0" presId="urn:microsoft.com/office/officeart/2018/2/layout/IconLabelList"/>
    <dgm:cxn modelId="{A3A87222-7D4E-40BE-AB50-E0296901D438}" type="presParOf" srcId="{D70D6FCF-8165-4353-8239-589803B88E8A}" destId="{FD023C32-44B5-4574-9429-27DE8659F919}" srcOrd="2" destOrd="0" presId="urn:microsoft.com/office/officeart/2018/2/layout/IconLabelList"/>
    <dgm:cxn modelId="{9AFE48A8-F09C-49EA-831F-44D56112E075}" type="presParOf" srcId="{FD023C32-44B5-4574-9429-27DE8659F919}" destId="{1B5B9C6E-34ED-429A-8E2A-DF6B79FF4421}" srcOrd="0" destOrd="0" presId="urn:microsoft.com/office/officeart/2018/2/layout/IconLabelList"/>
    <dgm:cxn modelId="{A0AD7281-6B57-4F14-AD1C-F77C3927EBD7}" type="presParOf" srcId="{FD023C32-44B5-4574-9429-27DE8659F919}" destId="{81E882B1-27FF-4D1A-8D8F-A31385C9FD52}" srcOrd="1" destOrd="0" presId="urn:microsoft.com/office/officeart/2018/2/layout/IconLabelList"/>
    <dgm:cxn modelId="{A407F629-2797-4608-A27B-F0B2865EFB84}" type="presParOf" srcId="{FD023C32-44B5-4574-9429-27DE8659F919}" destId="{B52FFDAE-6360-421E-9193-34788322DA52}" srcOrd="2" destOrd="0" presId="urn:microsoft.com/office/officeart/2018/2/layout/IconLabelList"/>
    <dgm:cxn modelId="{26216F3D-2056-4D7E-9565-C643123B4B9B}" type="presParOf" srcId="{D70D6FCF-8165-4353-8239-589803B88E8A}" destId="{BA97E1AA-2CE3-48E5-8944-3048995A3751}" srcOrd="3" destOrd="0" presId="urn:microsoft.com/office/officeart/2018/2/layout/IconLabelList"/>
    <dgm:cxn modelId="{3B317FB3-80C6-4D42-A323-AB506A40A54B}" type="presParOf" srcId="{D70D6FCF-8165-4353-8239-589803B88E8A}" destId="{D7D06B5F-73D5-4862-9C9C-0A1E842E0DA5}" srcOrd="4" destOrd="0" presId="urn:microsoft.com/office/officeart/2018/2/layout/IconLabelList"/>
    <dgm:cxn modelId="{F3106ABF-BE1A-4574-9973-9B6ADAC8494A}" type="presParOf" srcId="{D7D06B5F-73D5-4862-9C9C-0A1E842E0DA5}" destId="{C29BEE20-CDD0-4C32-9FE3-87273FA46160}" srcOrd="0" destOrd="0" presId="urn:microsoft.com/office/officeart/2018/2/layout/IconLabelList"/>
    <dgm:cxn modelId="{931F1EAF-D5D7-4F9B-A720-6580D2C1212A}" type="presParOf" srcId="{D7D06B5F-73D5-4862-9C9C-0A1E842E0DA5}" destId="{1B3E03BE-8BEF-4A94-87B8-2AFD8C5A4734}" srcOrd="1" destOrd="0" presId="urn:microsoft.com/office/officeart/2018/2/layout/IconLabelList"/>
    <dgm:cxn modelId="{633C4E72-58E8-4A00-A73D-0ED4433D5817}" type="presParOf" srcId="{D7D06B5F-73D5-4862-9C9C-0A1E842E0DA5}" destId="{B88CF60A-B268-4A3A-9D8C-42A0307F26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231B60-1B03-4D76-B3AE-13CDF149C9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C8AB11B-E8FA-4076-A803-016DEA850BB7}">
      <dgm:prSet/>
      <dgm:spPr/>
      <dgm:t>
        <a:bodyPr/>
        <a:lstStyle/>
        <a:p>
          <a:r>
            <a:rPr lang="en-US"/>
            <a:t>Automated resume shortlisting system</a:t>
          </a:r>
        </a:p>
      </dgm:t>
    </dgm:pt>
    <dgm:pt modelId="{FBC6A899-CC09-4898-9EF9-57FFA13E0244}" type="parTrans" cxnId="{7AD97BC8-9CA9-4CEB-8FB0-E52791FA3EDE}">
      <dgm:prSet/>
      <dgm:spPr/>
      <dgm:t>
        <a:bodyPr/>
        <a:lstStyle/>
        <a:p>
          <a:endParaRPr lang="en-US"/>
        </a:p>
      </dgm:t>
    </dgm:pt>
    <dgm:pt modelId="{DA77FE6A-4101-4D6A-9708-94B422FCAC6C}" type="sibTrans" cxnId="{7AD97BC8-9CA9-4CEB-8FB0-E52791FA3EDE}">
      <dgm:prSet/>
      <dgm:spPr/>
      <dgm:t>
        <a:bodyPr/>
        <a:lstStyle/>
        <a:p>
          <a:endParaRPr lang="en-US"/>
        </a:p>
      </dgm:t>
    </dgm:pt>
    <dgm:pt modelId="{3B18B612-CC9A-4B80-9DDB-03114F56F72C}">
      <dgm:prSet/>
      <dgm:spPr/>
      <dgm:t>
        <a:bodyPr/>
        <a:lstStyle/>
        <a:p>
          <a:r>
            <a:rPr lang="en-US"/>
            <a:t>NLP-enabled chatbot for HR-related queries</a:t>
          </a:r>
        </a:p>
      </dgm:t>
    </dgm:pt>
    <dgm:pt modelId="{C354D6DE-45A5-47A7-B4EC-32AD2D9C15E9}" type="parTrans" cxnId="{A9B8F200-ADE5-44D6-8CAB-C7E30D478C45}">
      <dgm:prSet/>
      <dgm:spPr/>
      <dgm:t>
        <a:bodyPr/>
        <a:lstStyle/>
        <a:p>
          <a:endParaRPr lang="en-US"/>
        </a:p>
      </dgm:t>
    </dgm:pt>
    <dgm:pt modelId="{11F2E96F-266C-40B2-A6B8-5DF13EE2B65B}" type="sibTrans" cxnId="{A9B8F200-ADE5-44D6-8CAB-C7E30D478C45}">
      <dgm:prSet/>
      <dgm:spPr/>
      <dgm:t>
        <a:bodyPr/>
        <a:lstStyle/>
        <a:p>
          <a:endParaRPr lang="en-US"/>
        </a:p>
      </dgm:t>
    </dgm:pt>
    <dgm:pt modelId="{C00ED90A-FE4D-4D3F-855B-8B9B5EC9E0F2}">
      <dgm:prSet/>
      <dgm:spPr/>
      <dgm:t>
        <a:bodyPr/>
        <a:lstStyle/>
        <a:p>
          <a:r>
            <a:rPr lang="en-US"/>
            <a:t>Streamlined and error-free hiring workflow</a:t>
          </a:r>
        </a:p>
      </dgm:t>
    </dgm:pt>
    <dgm:pt modelId="{E7CB5068-A6A5-455D-9FF3-8FE87C6E5CD5}" type="parTrans" cxnId="{8D81755C-540C-4840-BF68-057F1ED2553A}">
      <dgm:prSet/>
      <dgm:spPr/>
      <dgm:t>
        <a:bodyPr/>
        <a:lstStyle/>
        <a:p>
          <a:endParaRPr lang="en-US"/>
        </a:p>
      </dgm:t>
    </dgm:pt>
    <dgm:pt modelId="{BE1841C1-5D24-4D72-8E7C-445A41ADBB71}" type="sibTrans" cxnId="{8D81755C-540C-4840-BF68-057F1ED2553A}">
      <dgm:prSet/>
      <dgm:spPr/>
      <dgm:t>
        <a:bodyPr/>
        <a:lstStyle/>
        <a:p>
          <a:endParaRPr lang="en-US"/>
        </a:p>
      </dgm:t>
    </dgm:pt>
    <dgm:pt modelId="{292857BD-0003-4117-A9F7-58A99F1758B7}">
      <dgm:prSet/>
      <dgm:spPr/>
      <dgm:t>
        <a:bodyPr/>
        <a:lstStyle/>
        <a:p>
          <a:r>
            <a:rPr lang="en-US"/>
            <a:t>Time-saving automation tools</a:t>
          </a:r>
        </a:p>
      </dgm:t>
    </dgm:pt>
    <dgm:pt modelId="{53F29F1E-413B-4743-AFD5-7BEB57CEA48B}" type="parTrans" cxnId="{02202476-B3C1-4633-9A3B-35962924FE69}">
      <dgm:prSet/>
      <dgm:spPr/>
      <dgm:t>
        <a:bodyPr/>
        <a:lstStyle/>
        <a:p>
          <a:endParaRPr lang="en-US"/>
        </a:p>
      </dgm:t>
    </dgm:pt>
    <dgm:pt modelId="{085E5CA6-1F67-497B-8415-F752732ADF0E}" type="sibTrans" cxnId="{02202476-B3C1-4633-9A3B-35962924FE69}">
      <dgm:prSet/>
      <dgm:spPr/>
      <dgm:t>
        <a:bodyPr/>
        <a:lstStyle/>
        <a:p>
          <a:endParaRPr lang="en-US"/>
        </a:p>
      </dgm:t>
    </dgm:pt>
    <dgm:pt modelId="{6D2C32D0-1C33-475F-BDBE-2ACCF9B72523}" type="pres">
      <dgm:prSet presAssocID="{D9231B60-1B03-4D76-B3AE-13CDF149C961}" presName="root" presStyleCnt="0">
        <dgm:presLayoutVars>
          <dgm:dir/>
          <dgm:resizeHandles val="exact"/>
        </dgm:presLayoutVars>
      </dgm:prSet>
      <dgm:spPr/>
    </dgm:pt>
    <dgm:pt modelId="{F6A9603C-10DA-4C80-8681-7AB46AC5FA8A}" type="pres">
      <dgm:prSet presAssocID="{FC8AB11B-E8FA-4076-A803-016DEA850BB7}" presName="compNode" presStyleCnt="0"/>
      <dgm:spPr/>
    </dgm:pt>
    <dgm:pt modelId="{4FFE5C60-8EC2-4445-8655-96465D9D5D22}" type="pres">
      <dgm:prSet presAssocID="{FC8AB11B-E8FA-4076-A803-016DEA850BB7}" presName="bgRect" presStyleLbl="bgShp" presStyleIdx="0" presStyleCnt="4"/>
      <dgm:spPr/>
    </dgm:pt>
    <dgm:pt modelId="{91DF6EAE-0576-437B-BA7B-974D06618C14}" type="pres">
      <dgm:prSet presAssocID="{FC8AB11B-E8FA-4076-A803-016DEA850BB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B337853-64AD-4AC7-B8ED-26815FE49214}" type="pres">
      <dgm:prSet presAssocID="{FC8AB11B-E8FA-4076-A803-016DEA850BB7}" presName="spaceRect" presStyleCnt="0"/>
      <dgm:spPr/>
    </dgm:pt>
    <dgm:pt modelId="{C5F5A5B7-4364-4104-9DB0-87FE7683260F}" type="pres">
      <dgm:prSet presAssocID="{FC8AB11B-E8FA-4076-A803-016DEA850BB7}" presName="parTx" presStyleLbl="revTx" presStyleIdx="0" presStyleCnt="4">
        <dgm:presLayoutVars>
          <dgm:chMax val="0"/>
          <dgm:chPref val="0"/>
        </dgm:presLayoutVars>
      </dgm:prSet>
      <dgm:spPr/>
    </dgm:pt>
    <dgm:pt modelId="{29DB7987-8628-4499-9D1B-5779E33E7F96}" type="pres">
      <dgm:prSet presAssocID="{DA77FE6A-4101-4D6A-9708-94B422FCAC6C}" presName="sibTrans" presStyleCnt="0"/>
      <dgm:spPr/>
    </dgm:pt>
    <dgm:pt modelId="{18AB73DE-D3EE-489D-8F3A-98BDB378336C}" type="pres">
      <dgm:prSet presAssocID="{3B18B612-CC9A-4B80-9DDB-03114F56F72C}" presName="compNode" presStyleCnt="0"/>
      <dgm:spPr/>
    </dgm:pt>
    <dgm:pt modelId="{8F0C74C8-70E6-4E81-886F-5BCBFCFC79DB}" type="pres">
      <dgm:prSet presAssocID="{3B18B612-CC9A-4B80-9DDB-03114F56F72C}" presName="bgRect" presStyleLbl="bgShp" presStyleIdx="1" presStyleCnt="4"/>
      <dgm:spPr/>
    </dgm:pt>
    <dgm:pt modelId="{615F5DC4-49AA-4E4D-AFD9-4A9997BB14D7}" type="pres">
      <dgm:prSet presAssocID="{3B18B612-CC9A-4B80-9DDB-03114F56F7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5D35D55-4AEE-4777-BB25-FAF30DA80DAC}" type="pres">
      <dgm:prSet presAssocID="{3B18B612-CC9A-4B80-9DDB-03114F56F72C}" presName="spaceRect" presStyleCnt="0"/>
      <dgm:spPr/>
    </dgm:pt>
    <dgm:pt modelId="{34EAE66B-0876-49E8-9E88-B0562C9A9EF3}" type="pres">
      <dgm:prSet presAssocID="{3B18B612-CC9A-4B80-9DDB-03114F56F72C}" presName="parTx" presStyleLbl="revTx" presStyleIdx="1" presStyleCnt="4">
        <dgm:presLayoutVars>
          <dgm:chMax val="0"/>
          <dgm:chPref val="0"/>
        </dgm:presLayoutVars>
      </dgm:prSet>
      <dgm:spPr/>
    </dgm:pt>
    <dgm:pt modelId="{953130D7-53E8-4C5E-A7A7-225DA3504499}" type="pres">
      <dgm:prSet presAssocID="{11F2E96F-266C-40B2-A6B8-5DF13EE2B65B}" presName="sibTrans" presStyleCnt="0"/>
      <dgm:spPr/>
    </dgm:pt>
    <dgm:pt modelId="{B7025F64-554A-474A-8180-D4D30280E903}" type="pres">
      <dgm:prSet presAssocID="{C00ED90A-FE4D-4D3F-855B-8B9B5EC9E0F2}" presName="compNode" presStyleCnt="0"/>
      <dgm:spPr/>
    </dgm:pt>
    <dgm:pt modelId="{9A352A2F-6E27-436F-9589-03F4DEFC588A}" type="pres">
      <dgm:prSet presAssocID="{C00ED90A-FE4D-4D3F-855B-8B9B5EC9E0F2}" presName="bgRect" presStyleLbl="bgShp" presStyleIdx="2" presStyleCnt="4"/>
      <dgm:spPr/>
    </dgm:pt>
    <dgm:pt modelId="{3D52D909-746B-443B-BB8F-15C49464264C}" type="pres">
      <dgm:prSet presAssocID="{C00ED90A-FE4D-4D3F-855B-8B9B5EC9E0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7E8634A-D668-4495-B77A-F8E87C66F70C}" type="pres">
      <dgm:prSet presAssocID="{C00ED90A-FE4D-4D3F-855B-8B9B5EC9E0F2}" presName="spaceRect" presStyleCnt="0"/>
      <dgm:spPr/>
    </dgm:pt>
    <dgm:pt modelId="{9C310C41-61AE-4B00-BB56-A751530FECC4}" type="pres">
      <dgm:prSet presAssocID="{C00ED90A-FE4D-4D3F-855B-8B9B5EC9E0F2}" presName="parTx" presStyleLbl="revTx" presStyleIdx="2" presStyleCnt="4">
        <dgm:presLayoutVars>
          <dgm:chMax val="0"/>
          <dgm:chPref val="0"/>
        </dgm:presLayoutVars>
      </dgm:prSet>
      <dgm:spPr/>
    </dgm:pt>
    <dgm:pt modelId="{C2E820C2-D74C-4CD9-A1BE-ECA9C8BAE156}" type="pres">
      <dgm:prSet presAssocID="{BE1841C1-5D24-4D72-8E7C-445A41ADBB71}" presName="sibTrans" presStyleCnt="0"/>
      <dgm:spPr/>
    </dgm:pt>
    <dgm:pt modelId="{070CAE5E-60C2-454C-A701-C453CAE80D1F}" type="pres">
      <dgm:prSet presAssocID="{292857BD-0003-4117-A9F7-58A99F1758B7}" presName="compNode" presStyleCnt="0"/>
      <dgm:spPr/>
    </dgm:pt>
    <dgm:pt modelId="{DC00BDAE-359C-46C2-A5C1-7EC9CAECA390}" type="pres">
      <dgm:prSet presAssocID="{292857BD-0003-4117-A9F7-58A99F1758B7}" presName="bgRect" presStyleLbl="bgShp" presStyleIdx="3" presStyleCnt="4"/>
      <dgm:spPr/>
    </dgm:pt>
    <dgm:pt modelId="{5ECFBA13-D584-44C1-95F4-7AFB5F3EFF91}" type="pres">
      <dgm:prSet presAssocID="{292857BD-0003-4117-A9F7-58A99F1758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D0AC6C4-D60D-48C7-98C8-690CEA023533}" type="pres">
      <dgm:prSet presAssocID="{292857BD-0003-4117-A9F7-58A99F1758B7}" presName="spaceRect" presStyleCnt="0"/>
      <dgm:spPr/>
    </dgm:pt>
    <dgm:pt modelId="{00092074-1E11-49C4-AB5B-985B737B44B8}" type="pres">
      <dgm:prSet presAssocID="{292857BD-0003-4117-A9F7-58A99F1758B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9B8F200-ADE5-44D6-8CAB-C7E30D478C45}" srcId="{D9231B60-1B03-4D76-B3AE-13CDF149C961}" destId="{3B18B612-CC9A-4B80-9DDB-03114F56F72C}" srcOrd="1" destOrd="0" parTransId="{C354D6DE-45A5-47A7-B4EC-32AD2D9C15E9}" sibTransId="{11F2E96F-266C-40B2-A6B8-5DF13EE2B65B}"/>
    <dgm:cxn modelId="{8885691B-DA4C-4B9B-B3E3-D718319884D4}" type="presOf" srcId="{FC8AB11B-E8FA-4076-A803-016DEA850BB7}" destId="{C5F5A5B7-4364-4104-9DB0-87FE7683260F}" srcOrd="0" destOrd="0" presId="urn:microsoft.com/office/officeart/2018/2/layout/IconVerticalSolidList"/>
    <dgm:cxn modelId="{771B5C24-EBD4-4505-BDA8-DBFB88EDB784}" type="presOf" srcId="{3B18B612-CC9A-4B80-9DDB-03114F56F72C}" destId="{34EAE66B-0876-49E8-9E88-B0562C9A9EF3}" srcOrd="0" destOrd="0" presId="urn:microsoft.com/office/officeart/2018/2/layout/IconVerticalSolidList"/>
    <dgm:cxn modelId="{8D81755C-540C-4840-BF68-057F1ED2553A}" srcId="{D9231B60-1B03-4D76-B3AE-13CDF149C961}" destId="{C00ED90A-FE4D-4D3F-855B-8B9B5EC9E0F2}" srcOrd="2" destOrd="0" parTransId="{E7CB5068-A6A5-455D-9FF3-8FE87C6E5CD5}" sibTransId="{BE1841C1-5D24-4D72-8E7C-445A41ADBB71}"/>
    <dgm:cxn modelId="{D5F07D5F-B1C0-4299-AE0D-5835C66C076D}" type="presOf" srcId="{292857BD-0003-4117-A9F7-58A99F1758B7}" destId="{00092074-1E11-49C4-AB5B-985B737B44B8}" srcOrd="0" destOrd="0" presId="urn:microsoft.com/office/officeart/2018/2/layout/IconVerticalSolidList"/>
    <dgm:cxn modelId="{02202476-B3C1-4633-9A3B-35962924FE69}" srcId="{D9231B60-1B03-4D76-B3AE-13CDF149C961}" destId="{292857BD-0003-4117-A9F7-58A99F1758B7}" srcOrd="3" destOrd="0" parTransId="{53F29F1E-413B-4743-AFD5-7BEB57CEA48B}" sibTransId="{085E5CA6-1F67-497B-8415-F752732ADF0E}"/>
    <dgm:cxn modelId="{D83CA27C-7240-458F-A4B4-3AF4BC50EF9F}" type="presOf" srcId="{C00ED90A-FE4D-4D3F-855B-8B9B5EC9E0F2}" destId="{9C310C41-61AE-4B00-BB56-A751530FECC4}" srcOrd="0" destOrd="0" presId="urn:microsoft.com/office/officeart/2018/2/layout/IconVerticalSolidList"/>
    <dgm:cxn modelId="{EA277591-8B60-45C2-950C-4FFEDF4689A9}" type="presOf" srcId="{D9231B60-1B03-4D76-B3AE-13CDF149C961}" destId="{6D2C32D0-1C33-475F-BDBE-2ACCF9B72523}" srcOrd="0" destOrd="0" presId="urn:microsoft.com/office/officeart/2018/2/layout/IconVerticalSolidList"/>
    <dgm:cxn modelId="{7AD97BC8-9CA9-4CEB-8FB0-E52791FA3EDE}" srcId="{D9231B60-1B03-4D76-B3AE-13CDF149C961}" destId="{FC8AB11B-E8FA-4076-A803-016DEA850BB7}" srcOrd="0" destOrd="0" parTransId="{FBC6A899-CC09-4898-9EF9-57FFA13E0244}" sibTransId="{DA77FE6A-4101-4D6A-9708-94B422FCAC6C}"/>
    <dgm:cxn modelId="{6D633271-A260-4B42-BAD8-1FCE944A0CAE}" type="presParOf" srcId="{6D2C32D0-1C33-475F-BDBE-2ACCF9B72523}" destId="{F6A9603C-10DA-4C80-8681-7AB46AC5FA8A}" srcOrd="0" destOrd="0" presId="urn:microsoft.com/office/officeart/2018/2/layout/IconVerticalSolidList"/>
    <dgm:cxn modelId="{259859AF-45D9-4AA0-9F3A-376B7E520CA2}" type="presParOf" srcId="{F6A9603C-10DA-4C80-8681-7AB46AC5FA8A}" destId="{4FFE5C60-8EC2-4445-8655-96465D9D5D22}" srcOrd="0" destOrd="0" presId="urn:microsoft.com/office/officeart/2018/2/layout/IconVerticalSolidList"/>
    <dgm:cxn modelId="{DE0B58C7-C162-4BF8-AC2E-51AB5BFD2C70}" type="presParOf" srcId="{F6A9603C-10DA-4C80-8681-7AB46AC5FA8A}" destId="{91DF6EAE-0576-437B-BA7B-974D06618C14}" srcOrd="1" destOrd="0" presId="urn:microsoft.com/office/officeart/2018/2/layout/IconVerticalSolidList"/>
    <dgm:cxn modelId="{66CA875C-FD49-43C4-BC97-9A47C2543043}" type="presParOf" srcId="{F6A9603C-10DA-4C80-8681-7AB46AC5FA8A}" destId="{DB337853-64AD-4AC7-B8ED-26815FE49214}" srcOrd="2" destOrd="0" presId="urn:microsoft.com/office/officeart/2018/2/layout/IconVerticalSolidList"/>
    <dgm:cxn modelId="{0FAFBCC5-A58F-4361-ACFF-27A5D7C11823}" type="presParOf" srcId="{F6A9603C-10DA-4C80-8681-7AB46AC5FA8A}" destId="{C5F5A5B7-4364-4104-9DB0-87FE7683260F}" srcOrd="3" destOrd="0" presId="urn:microsoft.com/office/officeart/2018/2/layout/IconVerticalSolidList"/>
    <dgm:cxn modelId="{38670748-EA7D-43F7-B2B2-96713D1DD19A}" type="presParOf" srcId="{6D2C32D0-1C33-475F-BDBE-2ACCF9B72523}" destId="{29DB7987-8628-4499-9D1B-5779E33E7F96}" srcOrd="1" destOrd="0" presId="urn:microsoft.com/office/officeart/2018/2/layout/IconVerticalSolidList"/>
    <dgm:cxn modelId="{23E2767B-2015-40C5-AC8D-486F9E54C65C}" type="presParOf" srcId="{6D2C32D0-1C33-475F-BDBE-2ACCF9B72523}" destId="{18AB73DE-D3EE-489D-8F3A-98BDB378336C}" srcOrd="2" destOrd="0" presId="urn:microsoft.com/office/officeart/2018/2/layout/IconVerticalSolidList"/>
    <dgm:cxn modelId="{A093160E-8F9C-48DD-947D-7D9F26F73145}" type="presParOf" srcId="{18AB73DE-D3EE-489D-8F3A-98BDB378336C}" destId="{8F0C74C8-70E6-4E81-886F-5BCBFCFC79DB}" srcOrd="0" destOrd="0" presId="urn:microsoft.com/office/officeart/2018/2/layout/IconVerticalSolidList"/>
    <dgm:cxn modelId="{3E290AF9-ED21-4220-BB0E-70B3E06285C1}" type="presParOf" srcId="{18AB73DE-D3EE-489D-8F3A-98BDB378336C}" destId="{615F5DC4-49AA-4E4D-AFD9-4A9997BB14D7}" srcOrd="1" destOrd="0" presId="urn:microsoft.com/office/officeart/2018/2/layout/IconVerticalSolidList"/>
    <dgm:cxn modelId="{7BD22BF4-BC89-4208-A61A-38608A700079}" type="presParOf" srcId="{18AB73DE-D3EE-489D-8F3A-98BDB378336C}" destId="{B5D35D55-4AEE-4777-BB25-FAF30DA80DAC}" srcOrd="2" destOrd="0" presId="urn:microsoft.com/office/officeart/2018/2/layout/IconVerticalSolidList"/>
    <dgm:cxn modelId="{D3491D2C-378A-4EC0-B51A-A558D7382263}" type="presParOf" srcId="{18AB73DE-D3EE-489D-8F3A-98BDB378336C}" destId="{34EAE66B-0876-49E8-9E88-B0562C9A9EF3}" srcOrd="3" destOrd="0" presId="urn:microsoft.com/office/officeart/2018/2/layout/IconVerticalSolidList"/>
    <dgm:cxn modelId="{4B2E2F5D-7C66-46CC-A843-CC731FC01DFE}" type="presParOf" srcId="{6D2C32D0-1C33-475F-BDBE-2ACCF9B72523}" destId="{953130D7-53E8-4C5E-A7A7-225DA3504499}" srcOrd="3" destOrd="0" presId="urn:microsoft.com/office/officeart/2018/2/layout/IconVerticalSolidList"/>
    <dgm:cxn modelId="{8230C2BA-825F-461B-BB66-A2827C3D126A}" type="presParOf" srcId="{6D2C32D0-1C33-475F-BDBE-2ACCF9B72523}" destId="{B7025F64-554A-474A-8180-D4D30280E903}" srcOrd="4" destOrd="0" presId="urn:microsoft.com/office/officeart/2018/2/layout/IconVerticalSolidList"/>
    <dgm:cxn modelId="{D0EB6326-4FBD-4D8A-88A3-0CED6EB91003}" type="presParOf" srcId="{B7025F64-554A-474A-8180-D4D30280E903}" destId="{9A352A2F-6E27-436F-9589-03F4DEFC588A}" srcOrd="0" destOrd="0" presId="urn:microsoft.com/office/officeart/2018/2/layout/IconVerticalSolidList"/>
    <dgm:cxn modelId="{7F4A0ACD-C911-4B54-98A2-041CAAF7F29B}" type="presParOf" srcId="{B7025F64-554A-474A-8180-D4D30280E903}" destId="{3D52D909-746B-443B-BB8F-15C49464264C}" srcOrd="1" destOrd="0" presId="urn:microsoft.com/office/officeart/2018/2/layout/IconVerticalSolidList"/>
    <dgm:cxn modelId="{FFBDBDA9-8A00-41FF-A644-82C3F7FC6928}" type="presParOf" srcId="{B7025F64-554A-474A-8180-D4D30280E903}" destId="{17E8634A-D668-4495-B77A-F8E87C66F70C}" srcOrd="2" destOrd="0" presId="urn:microsoft.com/office/officeart/2018/2/layout/IconVerticalSolidList"/>
    <dgm:cxn modelId="{13309F1D-6558-4ECF-8CD4-D12204CDB545}" type="presParOf" srcId="{B7025F64-554A-474A-8180-D4D30280E903}" destId="{9C310C41-61AE-4B00-BB56-A751530FECC4}" srcOrd="3" destOrd="0" presId="urn:microsoft.com/office/officeart/2018/2/layout/IconVerticalSolidList"/>
    <dgm:cxn modelId="{C64AB9E3-A460-47F6-A532-64460D50B90E}" type="presParOf" srcId="{6D2C32D0-1C33-475F-BDBE-2ACCF9B72523}" destId="{C2E820C2-D74C-4CD9-A1BE-ECA9C8BAE156}" srcOrd="5" destOrd="0" presId="urn:microsoft.com/office/officeart/2018/2/layout/IconVerticalSolidList"/>
    <dgm:cxn modelId="{1BC6AD29-E572-489D-9983-6AB9E1006FFD}" type="presParOf" srcId="{6D2C32D0-1C33-475F-BDBE-2ACCF9B72523}" destId="{070CAE5E-60C2-454C-A701-C453CAE80D1F}" srcOrd="6" destOrd="0" presId="urn:microsoft.com/office/officeart/2018/2/layout/IconVerticalSolidList"/>
    <dgm:cxn modelId="{06F734DE-3A00-442C-B010-FDB8AD58CFCB}" type="presParOf" srcId="{070CAE5E-60C2-454C-A701-C453CAE80D1F}" destId="{DC00BDAE-359C-46C2-A5C1-7EC9CAECA390}" srcOrd="0" destOrd="0" presId="urn:microsoft.com/office/officeart/2018/2/layout/IconVerticalSolidList"/>
    <dgm:cxn modelId="{F175658F-1F84-4AF9-A16A-322D0E0ACCE2}" type="presParOf" srcId="{070CAE5E-60C2-454C-A701-C453CAE80D1F}" destId="{5ECFBA13-D584-44C1-95F4-7AFB5F3EFF91}" srcOrd="1" destOrd="0" presId="urn:microsoft.com/office/officeart/2018/2/layout/IconVerticalSolidList"/>
    <dgm:cxn modelId="{76A6FC84-BC3B-4D5D-B9FB-BB14FC9E9553}" type="presParOf" srcId="{070CAE5E-60C2-454C-A701-C453CAE80D1F}" destId="{ED0AC6C4-D60D-48C7-98C8-690CEA023533}" srcOrd="2" destOrd="0" presId="urn:microsoft.com/office/officeart/2018/2/layout/IconVerticalSolidList"/>
    <dgm:cxn modelId="{35F9CD77-D9BF-4D87-94DA-0FABAAE87429}" type="presParOf" srcId="{070CAE5E-60C2-454C-A701-C453CAE80D1F}" destId="{00092074-1E11-49C4-AB5B-985B737B44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9E3894-C26A-43AC-AB3E-9DE3599922D6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DA9E04F-3946-4804-BE63-49EB84EB48F2}">
      <dgm:prSet/>
      <dgm:spPr/>
      <dgm:t>
        <a:bodyPr/>
        <a:lstStyle/>
        <a:p>
          <a:r>
            <a:rPr lang="en-US"/>
            <a:t>HR teams – faster applicant filtering</a:t>
          </a:r>
        </a:p>
      </dgm:t>
    </dgm:pt>
    <dgm:pt modelId="{6B0ABCB9-2A85-4D9B-A8BD-B631D4D92AF6}" type="parTrans" cxnId="{E63254F2-2E0F-410A-938F-C85BF0C3CC31}">
      <dgm:prSet/>
      <dgm:spPr/>
      <dgm:t>
        <a:bodyPr/>
        <a:lstStyle/>
        <a:p>
          <a:endParaRPr lang="en-US"/>
        </a:p>
      </dgm:t>
    </dgm:pt>
    <dgm:pt modelId="{20F11299-5500-4CD4-8657-8739A56169B7}" type="sibTrans" cxnId="{E63254F2-2E0F-410A-938F-C85BF0C3CC31}">
      <dgm:prSet/>
      <dgm:spPr/>
      <dgm:t>
        <a:bodyPr/>
        <a:lstStyle/>
        <a:p>
          <a:endParaRPr lang="en-US"/>
        </a:p>
      </dgm:t>
    </dgm:pt>
    <dgm:pt modelId="{2FC58709-A8E5-4767-9E22-DFDB03ACDCBD}">
      <dgm:prSet/>
      <dgm:spPr/>
      <dgm:t>
        <a:bodyPr/>
        <a:lstStyle/>
        <a:p>
          <a:r>
            <a:rPr lang="en-US"/>
            <a:t>Job applicants – quick query resolution</a:t>
          </a:r>
        </a:p>
      </dgm:t>
    </dgm:pt>
    <dgm:pt modelId="{A3413BB6-9997-42FB-801E-616D68068B31}" type="parTrans" cxnId="{40C1760D-866A-4B49-8272-FF8E2049B48F}">
      <dgm:prSet/>
      <dgm:spPr/>
      <dgm:t>
        <a:bodyPr/>
        <a:lstStyle/>
        <a:p>
          <a:endParaRPr lang="en-US"/>
        </a:p>
      </dgm:t>
    </dgm:pt>
    <dgm:pt modelId="{F8112389-2129-4122-A05C-9A7341682D34}" type="sibTrans" cxnId="{40C1760D-866A-4B49-8272-FF8E2049B48F}">
      <dgm:prSet/>
      <dgm:spPr/>
      <dgm:t>
        <a:bodyPr/>
        <a:lstStyle/>
        <a:p>
          <a:endParaRPr lang="en-US"/>
        </a:p>
      </dgm:t>
    </dgm:pt>
    <dgm:pt modelId="{F094518D-D0E0-4F33-B67C-6AD07F9370A1}">
      <dgm:prSet/>
      <dgm:spPr/>
      <dgm:t>
        <a:bodyPr/>
        <a:lstStyle/>
        <a:p>
          <a:r>
            <a:rPr lang="en-US"/>
            <a:t>New employees – smoother onboarding</a:t>
          </a:r>
        </a:p>
      </dgm:t>
    </dgm:pt>
    <dgm:pt modelId="{477D09C1-0C9F-49B0-AEB3-B1CCA1A6C874}" type="parTrans" cxnId="{A4B8D01D-86F3-4370-AE6F-936DD309F69B}">
      <dgm:prSet/>
      <dgm:spPr/>
      <dgm:t>
        <a:bodyPr/>
        <a:lstStyle/>
        <a:p>
          <a:endParaRPr lang="en-US"/>
        </a:p>
      </dgm:t>
    </dgm:pt>
    <dgm:pt modelId="{CF1DE0B3-A2FB-4132-A54F-497859EE3E96}" type="sibTrans" cxnId="{A4B8D01D-86F3-4370-AE6F-936DD309F69B}">
      <dgm:prSet/>
      <dgm:spPr/>
      <dgm:t>
        <a:bodyPr/>
        <a:lstStyle/>
        <a:p>
          <a:endParaRPr lang="en-US"/>
        </a:p>
      </dgm:t>
    </dgm:pt>
    <dgm:pt modelId="{58225650-6409-42AC-AE91-187BDD5EBE59}">
      <dgm:prSet/>
      <dgm:spPr/>
      <dgm:t>
        <a:bodyPr/>
        <a:lstStyle/>
        <a:p>
          <a:r>
            <a:rPr lang="en-US"/>
            <a:t>Organizations – improved hiring efficiency</a:t>
          </a:r>
        </a:p>
      </dgm:t>
    </dgm:pt>
    <dgm:pt modelId="{27B68F35-F0ED-4CB9-8218-90DB0BF50E11}" type="parTrans" cxnId="{F5D7CB2F-718F-4AC1-AABC-96E9351FD882}">
      <dgm:prSet/>
      <dgm:spPr/>
      <dgm:t>
        <a:bodyPr/>
        <a:lstStyle/>
        <a:p>
          <a:endParaRPr lang="en-US"/>
        </a:p>
      </dgm:t>
    </dgm:pt>
    <dgm:pt modelId="{62F2F221-1BC3-4D8A-AAD5-B44039655ACC}" type="sibTrans" cxnId="{F5D7CB2F-718F-4AC1-AABC-96E9351FD882}">
      <dgm:prSet/>
      <dgm:spPr/>
      <dgm:t>
        <a:bodyPr/>
        <a:lstStyle/>
        <a:p>
          <a:endParaRPr lang="en-US"/>
        </a:p>
      </dgm:t>
    </dgm:pt>
    <dgm:pt modelId="{DEEA8842-F9AF-4F4E-8E0E-C4DC651295EC}" type="pres">
      <dgm:prSet presAssocID="{989E3894-C26A-43AC-AB3E-9DE3599922D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A086AFD-E845-446D-BB43-34CB012A6947}" type="pres">
      <dgm:prSet presAssocID="{0DA9E04F-3946-4804-BE63-49EB84EB48F2}" presName="hierRoot1" presStyleCnt="0"/>
      <dgm:spPr/>
    </dgm:pt>
    <dgm:pt modelId="{AC6C4057-7EE2-4E99-8F22-D1ED318DDDFB}" type="pres">
      <dgm:prSet presAssocID="{0DA9E04F-3946-4804-BE63-49EB84EB48F2}" presName="composite" presStyleCnt="0"/>
      <dgm:spPr/>
    </dgm:pt>
    <dgm:pt modelId="{1AE859B0-4839-4F3E-B20F-AE30BAFF0C15}" type="pres">
      <dgm:prSet presAssocID="{0DA9E04F-3946-4804-BE63-49EB84EB48F2}" presName="background" presStyleLbl="node0" presStyleIdx="0" presStyleCnt="4"/>
      <dgm:spPr/>
    </dgm:pt>
    <dgm:pt modelId="{523BDD76-7787-49CD-8FB9-61D28AE08B0B}" type="pres">
      <dgm:prSet presAssocID="{0DA9E04F-3946-4804-BE63-49EB84EB48F2}" presName="text" presStyleLbl="fgAcc0" presStyleIdx="0" presStyleCnt="4">
        <dgm:presLayoutVars>
          <dgm:chPref val="3"/>
        </dgm:presLayoutVars>
      </dgm:prSet>
      <dgm:spPr/>
    </dgm:pt>
    <dgm:pt modelId="{4C6D7470-0AE6-452E-A2DA-D7231582FA18}" type="pres">
      <dgm:prSet presAssocID="{0DA9E04F-3946-4804-BE63-49EB84EB48F2}" presName="hierChild2" presStyleCnt="0"/>
      <dgm:spPr/>
    </dgm:pt>
    <dgm:pt modelId="{485D2FBF-17B8-4E09-8AB3-8F3F25CBEBBA}" type="pres">
      <dgm:prSet presAssocID="{2FC58709-A8E5-4767-9E22-DFDB03ACDCBD}" presName="hierRoot1" presStyleCnt="0"/>
      <dgm:spPr/>
    </dgm:pt>
    <dgm:pt modelId="{83DB72FC-EEFF-4D8B-96D6-B5A3D76D1BDE}" type="pres">
      <dgm:prSet presAssocID="{2FC58709-A8E5-4767-9E22-DFDB03ACDCBD}" presName="composite" presStyleCnt="0"/>
      <dgm:spPr/>
    </dgm:pt>
    <dgm:pt modelId="{D49346D9-1CBD-4917-8065-365AF0715B20}" type="pres">
      <dgm:prSet presAssocID="{2FC58709-A8E5-4767-9E22-DFDB03ACDCBD}" presName="background" presStyleLbl="node0" presStyleIdx="1" presStyleCnt="4"/>
      <dgm:spPr/>
    </dgm:pt>
    <dgm:pt modelId="{373CEAEC-62CB-4FE2-8E46-84CA05C40A4A}" type="pres">
      <dgm:prSet presAssocID="{2FC58709-A8E5-4767-9E22-DFDB03ACDCBD}" presName="text" presStyleLbl="fgAcc0" presStyleIdx="1" presStyleCnt="4">
        <dgm:presLayoutVars>
          <dgm:chPref val="3"/>
        </dgm:presLayoutVars>
      </dgm:prSet>
      <dgm:spPr/>
    </dgm:pt>
    <dgm:pt modelId="{945D5981-D0E3-49B6-A770-1958EC397094}" type="pres">
      <dgm:prSet presAssocID="{2FC58709-A8E5-4767-9E22-DFDB03ACDCBD}" presName="hierChild2" presStyleCnt="0"/>
      <dgm:spPr/>
    </dgm:pt>
    <dgm:pt modelId="{D014248F-C7AC-46B1-B20F-1A476F109AF2}" type="pres">
      <dgm:prSet presAssocID="{F094518D-D0E0-4F33-B67C-6AD07F9370A1}" presName="hierRoot1" presStyleCnt="0"/>
      <dgm:spPr/>
    </dgm:pt>
    <dgm:pt modelId="{9ACE0EFE-D3D3-43AA-B212-CCED3F9B6022}" type="pres">
      <dgm:prSet presAssocID="{F094518D-D0E0-4F33-B67C-6AD07F9370A1}" presName="composite" presStyleCnt="0"/>
      <dgm:spPr/>
    </dgm:pt>
    <dgm:pt modelId="{93555C04-852A-4307-AF7C-D11E1E63ED58}" type="pres">
      <dgm:prSet presAssocID="{F094518D-D0E0-4F33-B67C-6AD07F9370A1}" presName="background" presStyleLbl="node0" presStyleIdx="2" presStyleCnt="4"/>
      <dgm:spPr/>
    </dgm:pt>
    <dgm:pt modelId="{9D91A58F-0837-46AF-870A-E7825F236698}" type="pres">
      <dgm:prSet presAssocID="{F094518D-D0E0-4F33-B67C-6AD07F9370A1}" presName="text" presStyleLbl="fgAcc0" presStyleIdx="2" presStyleCnt="4">
        <dgm:presLayoutVars>
          <dgm:chPref val="3"/>
        </dgm:presLayoutVars>
      </dgm:prSet>
      <dgm:spPr/>
    </dgm:pt>
    <dgm:pt modelId="{2B331E03-A495-4395-9E6C-561E6A22FC83}" type="pres">
      <dgm:prSet presAssocID="{F094518D-D0E0-4F33-B67C-6AD07F9370A1}" presName="hierChild2" presStyleCnt="0"/>
      <dgm:spPr/>
    </dgm:pt>
    <dgm:pt modelId="{BDFA89B4-B663-4140-A0F8-3A99871EA488}" type="pres">
      <dgm:prSet presAssocID="{58225650-6409-42AC-AE91-187BDD5EBE59}" presName="hierRoot1" presStyleCnt="0"/>
      <dgm:spPr/>
    </dgm:pt>
    <dgm:pt modelId="{719D454E-E4AD-4657-A9DD-32820F7350CF}" type="pres">
      <dgm:prSet presAssocID="{58225650-6409-42AC-AE91-187BDD5EBE59}" presName="composite" presStyleCnt="0"/>
      <dgm:spPr/>
    </dgm:pt>
    <dgm:pt modelId="{2EBB9F33-60E1-4E40-9D0E-F9AD53F3DED1}" type="pres">
      <dgm:prSet presAssocID="{58225650-6409-42AC-AE91-187BDD5EBE59}" presName="background" presStyleLbl="node0" presStyleIdx="3" presStyleCnt="4"/>
      <dgm:spPr/>
    </dgm:pt>
    <dgm:pt modelId="{3A4FBC23-C4A6-4A1F-8EF1-268E98D5CD0A}" type="pres">
      <dgm:prSet presAssocID="{58225650-6409-42AC-AE91-187BDD5EBE59}" presName="text" presStyleLbl="fgAcc0" presStyleIdx="3" presStyleCnt="4">
        <dgm:presLayoutVars>
          <dgm:chPref val="3"/>
        </dgm:presLayoutVars>
      </dgm:prSet>
      <dgm:spPr/>
    </dgm:pt>
    <dgm:pt modelId="{6DE27D6A-4B70-4F36-82EB-AAE8754EE09F}" type="pres">
      <dgm:prSet presAssocID="{58225650-6409-42AC-AE91-187BDD5EBE59}" presName="hierChild2" presStyleCnt="0"/>
      <dgm:spPr/>
    </dgm:pt>
  </dgm:ptLst>
  <dgm:cxnLst>
    <dgm:cxn modelId="{F73AC709-53F7-4DC0-8089-B76CAF6BEA92}" type="presOf" srcId="{F094518D-D0E0-4F33-B67C-6AD07F9370A1}" destId="{9D91A58F-0837-46AF-870A-E7825F236698}" srcOrd="0" destOrd="0" presId="urn:microsoft.com/office/officeart/2005/8/layout/hierarchy1"/>
    <dgm:cxn modelId="{40C1760D-866A-4B49-8272-FF8E2049B48F}" srcId="{989E3894-C26A-43AC-AB3E-9DE3599922D6}" destId="{2FC58709-A8E5-4767-9E22-DFDB03ACDCBD}" srcOrd="1" destOrd="0" parTransId="{A3413BB6-9997-42FB-801E-616D68068B31}" sibTransId="{F8112389-2129-4122-A05C-9A7341682D34}"/>
    <dgm:cxn modelId="{A4B8D01D-86F3-4370-AE6F-936DD309F69B}" srcId="{989E3894-C26A-43AC-AB3E-9DE3599922D6}" destId="{F094518D-D0E0-4F33-B67C-6AD07F9370A1}" srcOrd="2" destOrd="0" parTransId="{477D09C1-0C9F-49B0-AEB3-B1CCA1A6C874}" sibTransId="{CF1DE0B3-A2FB-4132-A54F-497859EE3E96}"/>
    <dgm:cxn modelId="{F5D7CB2F-718F-4AC1-AABC-96E9351FD882}" srcId="{989E3894-C26A-43AC-AB3E-9DE3599922D6}" destId="{58225650-6409-42AC-AE91-187BDD5EBE59}" srcOrd="3" destOrd="0" parTransId="{27B68F35-F0ED-4CB9-8218-90DB0BF50E11}" sibTransId="{62F2F221-1BC3-4D8A-AAD5-B44039655ACC}"/>
    <dgm:cxn modelId="{A04E6464-09BF-4576-B9AC-DAB1B574F5CE}" type="presOf" srcId="{0DA9E04F-3946-4804-BE63-49EB84EB48F2}" destId="{523BDD76-7787-49CD-8FB9-61D28AE08B0B}" srcOrd="0" destOrd="0" presId="urn:microsoft.com/office/officeart/2005/8/layout/hierarchy1"/>
    <dgm:cxn modelId="{FCEBA050-673E-47AD-BDAD-C294C4F59549}" type="presOf" srcId="{58225650-6409-42AC-AE91-187BDD5EBE59}" destId="{3A4FBC23-C4A6-4A1F-8EF1-268E98D5CD0A}" srcOrd="0" destOrd="0" presId="urn:microsoft.com/office/officeart/2005/8/layout/hierarchy1"/>
    <dgm:cxn modelId="{0F739E80-3CBA-4C88-B91C-63CC3E0D4AAB}" type="presOf" srcId="{2FC58709-A8E5-4767-9E22-DFDB03ACDCBD}" destId="{373CEAEC-62CB-4FE2-8E46-84CA05C40A4A}" srcOrd="0" destOrd="0" presId="urn:microsoft.com/office/officeart/2005/8/layout/hierarchy1"/>
    <dgm:cxn modelId="{EA29C6C0-F8B0-4ADE-B035-68549F8C6792}" type="presOf" srcId="{989E3894-C26A-43AC-AB3E-9DE3599922D6}" destId="{DEEA8842-F9AF-4F4E-8E0E-C4DC651295EC}" srcOrd="0" destOrd="0" presId="urn:microsoft.com/office/officeart/2005/8/layout/hierarchy1"/>
    <dgm:cxn modelId="{E63254F2-2E0F-410A-938F-C85BF0C3CC31}" srcId="{989E3894-C26A-43AC-AB3E-9DE3599922D6}" destId="{0DA9E04F-3946-4804-BE63-49EB84EB48F2}" srcOrd="0" destOrd="0" parTransId="{6B0ABCB9-2A85-4D9B-A8BD-B631D4D92AF6}" sibTransId="{20F11299-5500-4CD4-8657-8739A56169B7}"/>
    <dgm:cxn modelId="{CE6CEF61-F60E-47B5-894E-80D12C4C9EEA}" type="presParOf" srcId="{DEEA8842-F9AF-4F4E-8E0E-C4DC651295EC}" destId="{BA086AFD-E845-446D-BB43-34CB012A6947}" srcOrd="0" destOrd="0" presId="urn:microsoft.com/office/officeart/2005/8/layout/hierarchy1"/>
    <dgm:cxn modelId="{576B1240-391C-4BD0-9EED-09984B6C95A7}" type="presParOf" srcId="{BA086AFD-E845-446D-BB43-34CB012A6947}" destId="{AC6C4057-7EE2-4E99-8F22-D1ED318DDDFB}" srcOrd="0" destOrd="0" presId="urn:microsoft.com/office/officeart/2005/8/layout/hierarchy1"/>
    <dgm:cxn modelId="{CE7236ED-C313-494F-84D4-0E4CD7EE094F}" type="presParOf" srcId="{AC6C4057-7EE2-4E99-8F22-D1ED318DDDFB}" destId="{1AE859B0-4839-4F3E-B20F-AE30BAFF0C15}" srcOrd="0" destOrd="0" presId="urn:microsoft.com/office/officeart/2005/8/layout/hierarchy1"/>
    <dgm:cxn modelId="{E496892F-A973-4788-9C3F-2A1D9BD9EA96}" type="presParOf" srcId="{AC6C4057-7EE2-4E99-8F22-D1ED318DDDFB}" destId="{523BDD76-7787-49CD-8FB9-61D28AE08B0B}" srcOrd="1" destOrd="0" presId="urn:microsoft.com/office/officeart/2005/8/layout/hierarchy1"/>
    <dgm:cxn modelId="{2FF1E348-D2EB-4831-859B-F3724AD9E5C9}" type="presParOf" srcId="{BA086AFD-E845-446D-BB43-34CB012A6947}" destId="{4C6D7470-0AE6-452E-A2DA-D7231582FA18}" srcOrd="1" destOrd="0" presId="urn:microsoft.com/office/officeart/2005/8/layout/hierarchy1"/>
    <dgm:cxn modelId="{9DB0F20E-B25F-4FB2-A487-B44E9CC0CF51}" type="presParOf" srcId="{DEEA8842-F9AF-4F4E-8E0E-C4DC651295EC}" destId="{485D2FBF-17B8-4E09-8AB3-8F3F25CBEBBA}" srcOrd="1" destOrd="0" presId="urn:microsoft.com/office/officeart/2005/8/layout/hierarchy1"/>
    <dgm:cxn modelId="{6563B064-241C-4C36-8110-06A63411A346}" type="presParOf" srcId="{485D2FBF-17B8-4E09-8AB3-8F3F25CBEBBA}" destId="{83DB72FC-EEFF-4D8B-96D6-B5A3D76D1BDE}" srcOrd="0" destOrd="0" presId="urn:microsoft.com/office/officeart/2005/8/layout/hierarchy1"/>
    <dgm:cxn modelId="{921D1F86-A9E6-47C5-A04E-CEF5D0EA650D}" type="presParOf" srcId="{83DB72FC-EEFF-4D8B-96D6-B5A3D76D1BDE}" destId="{D49346D9-1CBD-4917-8065-365AF0715B20}" srcOrd="0" destOrd="0" presId="urn:microsoft.com/office/officeart/2005/8/layout/hierarchy1"/>
    <dgm:cxn modelId="{98870664-5134-4062-B245-9463AAECD6BF}" type="presParOf" srcId="{83DB72FC-EEFF-4D8B-96D6-B5A3D76D1BDE}" destId="{373CEAEC-62CB-4FE2-8E46-84CA05C40A4A}" srcOrd="1" destOrd="0" presId="urn:microsoft.com/office/officeart/2005/8/layout/hierarchy1"/>
    <dgm:cxn modelId="{00FA2325-E574-4ADD-AFCE-4BC0D5A54A52}" type="presParOf" srcId="{485D2FBF-17B8-4E09-8AB3-8F3F25CBEBBA}" destId="{945D5981-D0E3-49B6-A770-1958EC397094}" srcOrd="1" destOrd="0" presId="urn:microsoft.com/office/officeart/2005/8/layout/hierarchy1"/>
    <dgm:cxn modelId="{52133532-7E16-4745-9189-39550123C40A}" type="presParOf" srcId="{DEEA8842-F9AF-4F4E-8E0E-C4DC651295EC}" destId="{D014248F-C7AC-46B1-B20F-1A476F109AF2}" srcOrd="2" destOrd="0" presId="urn:microsoft.com/office/officeart/2005/8/layout/hierarchy1"/>
    <dgm:cxn modelId="{FAC91FCB-0091-4991-9E3E-AA97B85871BC}" type="presParOf" srcId="{D014248F-C7AC-46B1-B20F-1A476F109AF2}" destId="{9ACE0EFE-D3D3-43AA-B212-CCED3F9B6022}" srcOrd="0" destOrd="0" presId="urn:microsoft.com/office/officeart/2005/8/layout/hierarchy1"/>
    <dgm:cxn modelId="{879EFED0-B078-4579-950E-250D59816E51}" type="presParOf" srcId="{9ACE0EFE-D3D3-43AA-B212-CCED3F9B6022}" destId="{93555C04-852A-4307-AF7C-D11E1E63ED58}" srcOrd="0" destOrd="0" presId="urn:microsoft.com/office/officeart/2005/8/layout/hierarchy1"/>
    <dgm:cxn modelId="{AAF71B5A-D734-499E-B565-0A476303C810}" type="presParOf" srcId="{9ACE0EFE-D3D3-43AA-B212-CCED3F9B6022}" destId="{9D91A58F-0837-46AF-870A-E7825F236698}" srcOrd="1" destOrd="0" presId="urn:microsoft.com/office/officeart/2005/8/layout/hierarchy1"/>
    <dgm:cxn modelId="{00DFF19B-CD06-485F-81DA-BAC6948CEFE5}" type="presParOf" srcId="{D014248F-C7AC-46B1-B20F-1A476F109AF2}" destId="{2B331E03-A495-4395-9E6C-561E6A22FC83}" srcOrd="1" destOrd="0" presId="urn:microsoft.com/office/officeart/2005/8/layout/hierarchy1"/>
    <dgm:cxn modelId="{B826F0CB-0C9F-4030-BFB6-E55DA544E1E5}" type="presParOf" srcId="{DEEA8842-F9AF-4F4E-8E0E-C4DC651295EC}" destId="{BDFA89B4-B663-4140-A0F8-3A99871EA488}" srcOrd="3" destOrd="0" presId="urn:microsoft.com/office/officeart/2005/8/layout/hierarchy1"/>
    <dgm:cxn modelId="{B500F606-15A2-4A12-8CC0-D223C31D33A6}" type="presParOf" srcId="{BDFA89B4-B663-4140-A0F8-3A99871EA488}" destId="{719D454E-E4AD-4657-A9DD-32820F7350CF}" srcOrd="0" destOrd="0" presId="urn:microsoft.com/office/officeart/2005/8/layout/hierarchy1"/>
    <dgm:cxn modelId="{42F6ED23-80F0-4F28-ADAB-C0CCF55132BB}" type="presParOf" srcId="{719D454E-E4AD-4657-A9DD-32820F7350CF}" destId="{2EBB9F33-60E1-4E40-9D0E-F9AD53F3DED1}" srcOrd="0" destOrd="0" presId="urn:microsoft.com/office/officeart/2005/8/layout/hierarchy1"/>
    <dgm:cxn modelId="{F6A3A705-3542-4D2A-B5BD-16B3BDDB6552}" type="presParOf" srcId="{719D454E-E4AD-4657-A9DD-32820F7350CF}" destId="{3A4FBC23-C4A6-4A1F-8EF1-268E98D5CD0A}" srcOrd="1" destOrd="0" presId="urn:microsoft.com/office/officeart/2005/8/layout/hierarchy1"/>
    <dgm:cxn modelId="{1F540C46-D024-4D62-BD45-2ACEB38E98A1}" type="presParOf" srcId="{BDFA89B4-B663-4140-A0F8-3A99871EA488}" destId="{6DE27D6A-4B70-4F36-82EB-AAE8754EE0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68740E-0ABF-4FCC-BBBD-06BD649055D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49A8551-1EFA-4800-9FDC-AFF274E10B9B}">
      <dgm:prSet/>
      <dgm:spPr/>
      <dgm:t>
        <a:bodyPr/>
        <a:lstStyle/>
        <a:p>
          <a:r>
            <a:rPr lang="en-US" b="1"/>
            <a:t>DATA DESCRIPTION</a:t>
          </a:r>
          <a:endParaRPr lang="en-US"/>
        </a:p>
      </dgm:t>
    </dgm:pt>
    <dgm:pt modelId="{E9B5549B-941F-4D56-954B-571AB7366272}" type="parTrans" cxnId="{AE7D9137-5E68-4116-B4D4-67057434F506}">
      <dgm:prSet/>
      <dgm:spPr/>
      <dgm:t>
        <a:bodyPr/>
        <a:lstStyle/>
        <a:p>
          <a:endParaRPr lang="en-US"/>
        </a:p>
      </dgm:t>
    </dgm:pt>
    <dgm:pt modelId="{DB2E91AD-2965-4D44-AB88-18EBB3790B99}" type="sibTrans" cxnId="{AE7D9137-5E68-4116-B4D4-67057434F506}">
      <dgm:prSet/>
      <dgm:spPr/>
      <dgm:t>
        <a:bodyPr/>
        <a:lstStyle/>
        <a:p>
          <a:endParaRPr lang="en-US"/>
        </a:p>
      </dgm:t>
    </dgm:pt>
    <dgm:pt modelId="{A579FC31-B738-44B2-9008-173C061B9BEE}">
      <dgm:prSet/>
      <dgm:spPr/>
      <dgm:t>
        <a:bodyPr/>
        <a:lstStyle/>
        <a:p>
          <a:r>
            <a:rPr lang="en-US"/>
            <a:t>"Category" and "Resume" columns</a:t>
          </a:r>
        </a:p>
      </dgm:t>
    </dgm:pt>
    <dgm:pt modelId="{A91083D7-B994-438E-8922-DCECC5CFAFEF}" type="parTrans" cxnId="{5F300D2B-B0A9-4F57-8CE8-7AA6C21C4B90}">
      <dgm:prSet/>
      <dgm:spPr/>
      <dgm:t>
        <a:bodyPr/>
        <a:lstStyle/>
        <a:p>
          <a:endParaRPr lang="en-US"/>
        </a:p>
      </dgm:t>
    </dgm:pt>
    <dgm:pt modelId="{D1C42ADB-BA02-47D4-8588-2BB721CE8D20}" type="sibTrans" cxnId="{5F300D2B-B0A9-4F57-8CE8-7AA6C21C4B90}">
      <dgm:prSet/>
      <dgm:spPr/>
      <dgm:t>
        <a:bodyPr/>
        <a:lstStyle/>
        <a:p>
          <a:endParaRPr lang="en-US"/>
        </a:p>
      </dgm:t>
    </dgm:pt>
    <dgm:pt modelId="{685DA231-1F3B-4087-8EDF-0FC151B05756}">
      <dgm:prSet/>
      <dgm:spPr/>
      <dgm:t>
        <a:bodyPr/>
        <a:lstStyle/>
        <a:p>
          <a:r>
            <a:rPr lang="en-US"/>
            <a:t>NLP Preprocessing (cleaning, tokenization)</a:t>
          </a:r>
        </a:p>
      </dgm:t>
    </dgm:pt>
    <dgm:pt modelId="{3966B8D5-AEEA-40A5-A640-169E7EFAAEE3}" type="parTrans" cxnId="{BE2BEC72-E027-4F8A-9D50-E469FB6174AC}">
      <dgm:prSet/>
      <dgm:spPr/>
      <dgm:t>
        <a:bodyPr/>
        <a:lstStyle/>
        <a:p>
          <a:endParaRPr lang="en-US"/>
        </a:p>
      </dgm:t>
    </dgm:pt>
    <dgm:pt modelId="{44BDC686-A745-449F-9BEC-5A12A409E9EB}" type="sibTrans" cxnId="{BE2BEC72-E027-4F8A-9D50-E469FB6174AC}">
      <dgm:prSet/>
      <dgm:spPr/>
      <dgm:t>
        <a:bodyPr/>
        <a:lstStyle/>
        <a:p>
          <a:endParaRPr lang="en-US"/>
        </a:p>
      </dgm:t>
    </dgm:pt>
    <dgm:pt modelId="{7358F5E8-5261-4E91-AF2F-9D3FC0F0ED0D}">
      <dgm:prSet/>
      <dgm:spPr/>
      <dgm:t>
        <a:bodyPr/>
        <a:lstStyle/>
        <a:p>
          <a:r>
            <a:rPr lang="en-US"/>
            <a:t>TF-IDF vectorization</a:t>
          </a:r>
        </a:p>
      </dgm:t>
    </dgm:pt>
    <dgm:pt modelId="{AF337DB4-56B8-4F47-8869-F31301D30231}" type="parTrans" cxnId="{D5A880EE-4134-4427-837A-F1E1DC2B4C57}">
      <dgm:prSet/>
      <dgm:spPr/>
      <dgm:t>
        <a:bodyPr/>
        <a:lstStyle/>
        <a:p>
          <a:endParaRPr lang="en-US"/>
        </a:p>
      </dgm:t>
    </dgm:pt>
    <dgm:pt modelId="{6D2AD2F1-85E0-4D8E-9F2C-7E16CB99D3D1}" type="sibTrans" cxnId="{D5A880EE-4134-4427-837A-F1E1DC2B4C57}">
      <dgm:prSet/>
      <dgm:spPr/>
      <dgm:t>
        <a:bodyPr/>
        <a:lstStyle/>
        <a:p>
          <a:endParaRPr lang="en-US"/>
        </a:p>
      </dgm:t>
    </dgm:pt>
    <dgm:pt modelId="{FC47775B-AD02-4309-A561-E37CADF7A469}">
      <dgm:prSet/>
      <dgm:spPr/>
      <dgm:t>
        <a:bodyPr/>
        <a:lstStyle/>
        <a:p>
          <a:r>
            <a:rPr lang="en-US"/>
            <a:t>Label Encoding</a:t>
          </a:r>
        </a:p>
      </dgm:t>
    </dgm:pt>
    <dgm:pt modelId="{54606291-3EE6-4E01-BD62-FB52228F93B7}" type="parTrans" cxnId="{D9F91B46-9AA2-4D1E-AE04-CF7B303B42E6}">
      <dgm:prSet/>
      <dgm:spPr/>
      <dgm:t>
        <a:bodyPr/>
        <a:lstStyle/>
        <a:p>
          <a:endParaRPr lang="en-US"/>
        </a:p>
      </dgm:t>
    </dgm:pt>
    <dgm:pt modelId="{4BED3C23-50B7-4110-B1C8-99AE1F14C59A}" type="sibTrans" cxnId="{D9F91B46-9AA2-4D1E-AE04-CF7B303B42E6}">
      <dgm:prSet/>
      <dgm:spPr/>
      <dgm:t>
        <a:bodyPr/>
        <a:lstStyle/>
        <a:p>
          <a:endParaRPr lang="en-US"/>
        </a:p>
      </dgm:t>
    </dgm:pt>
    <dgm:pt modelId="{AD4E2AA6-CF29-4E58-929E-13824BF3C4AD}">
      <dgm:prSet/>
      <dgm:spPr/>
      <dgm:t>
        <a:bodyPr/>
        <a:lstStyle/>
        <a:p>
          <a:r>
            <a:rPr lang="en-US"/>
            <a:t>Final structured dataset</a:t>
          </a:r>
        </a:p>
      </dgm:t>
    </dgm:pt>
    <dgm:pt modelId="{5ADA5916-8124-40F7-AA77-F3321E3FA911}" type="parTrans" cxnId="{674CC1F6-F820-4B16-8787-B4D8D0EC9D0F}">
      <dgm:prSet/>
      <dgm:spPr/>
      <dgm:t>
        <a:bodyPr/>
        <a:lstStyle/>
        <a:p>
          <a:endParaRPr lang="en-US"/>
        </a:p>
      </dgm:t>
    </dgm:pt>
    <dgm:pt modelId="{F279069C-15B3-416A-8313-EC17FAD8B9A7}" type="sibTrans" cxnId="{674CC1F6-F820-4B16-8787-B4D8D0EC9D0F}">
      <dgm:prSet/>
      <dgm:spPr/>
      <dgm:t>
        <a:bodyPr/>
        <a:lstStyle/>
        <a:p>
          <a:endParaRPr lang="en-US"/>
        </a:p>
      </dgm:t>
    </dgm:pt>
    <dgm:pt modelId="{EE3E3300-7909-4D37-8BE4-C1332B2CA8BF}">
      <dgm:prSet/>
      <dgm:spPr/>
      <dgm:t>
        <a:bodyPr/>
        <a:lstStyle/>
        <a:p>
          <a:r>
            <a:rPr lang="en-US" b="1"/>
            <a:t>FEATURE EXTRACTION</a:t>
          </a:r>
          <a:endParaRPr lang="en-US"/>
        </a:p>
      </dgm:t>
    </dgm:pt>
    <dgm:pt modelId="{68432372-5AF1-4F9D-9B1B-62EC2EFADAC0}" type="parTrans" cxnId="{FD824700-51F8-4EBE-AC30-7070FFE6647B}">
      <dgm:prSet/>
      <dgm:spPr/>
      <dgm:t>
        <a:bodyPr/>
        <a:lstStyle/>
        <a:p>
          <a:endParaRPr lang="en-US"/>
        </a:p>
      </dgm:t>
    </dgm:pt>
    <dgm:pt modelId="{00EBC22A-0593-4CFD-9F28-1211E49B8F2A}" type="sibTrans" cxnId="{FD824700-51F8-4EBE-AC30-7070FFE6647B}">
      <dgm:prSet/>
      <dgm:spPr/>
      <dgm:t>
        <a:bodyPr/>
        <a:lstStyle/>
        <a:p>
          <a:endParaRPr lang="en-US"/>
        </a:p>
      </dgm:t>
    </dgm:pt>
    <dgm:pt modelId="{F350B962-ABE5-4ECB-8951-7B1A9536D9B4}">
      <dgm:prSet/>
      <dgm:spPr/>
      <dgm:t>
        <a:bodyPr/>
        <a:lstStyle/>
        <a:p>
          <a:r>
            <a:rPr lang="en-US"/>
            <a:t>Used for resume classification by job type</a:t>
          </a:r>
        </a:p>
      </dgm:t>
    </dgm:pt>
    <dgm:pt modelId="{3AA47DFD-1314-4D8C-8F29-133808E61A43}" type="parTrans" cxnId="{68D3F53B-F7B7-4424-BEC5-1BA5360C08BA}">
      <dgm:prSet/>
      <dgm:spPr/>
      <dgm:t>
        <a:bodyPr/>
        <a:lstStyle/>
        <a:p>
          <a:endParaRPr lang="en-US"/>
        </a:p>
      </dgm:t>
    </dgm:pt>
    <dgm:pt modelId="{4EAE71CA-C7EA-435A-B9E9-BA3CB7190B36}" type="sibTrans" cxnId="{68D3F53B-F7B7-4424-BEC5-1BA5360C08BA}">
      <dgm:prSet/>
      <dgm:spPr/>
      <dgm:t>
        <a:bodyPr/>
        <a:lstStyle/>
        <a:p>
          <a:endParaRPr lang="en-US"/>
        </a:p>
      </dgm:t>
    </dgm:pt>
    <dgm:pt modelId="{346955E1-2F55-497A-AAAF-0CA04230C555}">
      <dgm:prSet/>
      <dgm:spPr/>
      <dgm:t>
        <a:bodyPr/>
        <a:lstStyle/>
        <a:p>
          <a:r>
            <a:rPr lang="en-US"/>
            <a:t>Used for resume classification by job type</a:t>
          </a:r>
        </a:p>
      </dgm:t>
    </dgm:pt>
    <dgm:pt modelId="{920F2199-E82F-44B0-B8A5-ACE509735B86}" type="parTrans" cxnId="{8B047EC6-03F0-4A37-AF1C-E5F4FF7A5476}">
      <dgm:prSet/>
      <dgm:spPr/>
      <dgm:t>
        <a:bodyPr/>
        <a:lstStyle/>
        <a:p>
          <a:endParaRPr lang="en-US"/>
        </a:p>
      </dgm:t>
    </dgm:pt>
    <dgm:pt modelId="{D0AA8633-5D3F-4482-8B7F-9B34B96A4990}" type="sibTrans" cxnId="{8B047EC6-03F0-4A37-AF1C-E5F4FF7A5476}">
      <dgm:prSet/>
      <dgm:spPr/>
      <dgm:t>
        <a:bodyPr/>
        <a:lstStyle/>
        <a:p>
          <a:endParaRPr lang="en-US"/>
        </a:p>
      </dgm:t>
    </dgm:pt>
    <dgm:pt modelId="{28961BF3-602B-4A7B-922A-F7D3CE5B5C72}">
      <dgm:prSet/>
      <dgm:spPr/>
      <dgm:t>
        <a:bodyPr/>
        <a:lstStyle/>
        <a:p>
          <a:r>
            <a:rPr lang="en-US"/>
            <a:t>Translates text into machine-readable features</a:t>
          </a:r>
        </a:p>
      </dgm:t>
    </dgm:pt>
    <dgm:pt modelId="{8384C2B9-C145-4CB5-B2E6-F6750B312072}" type="parTrans" cxnId="{0ADA267A-FAF0-4E5A-A6C3-4266E2B97074}">
      <dgm:prSet/>
      <dgm:spPr/>
      <dgm:t>
        <a:bodyPr/>
        <a:lstStyle/>
        <a:p>
          <a:endParaRPr lang="en-US"/>
        </a:p>
      </dgm:t>
    </dgm:pt>
    <dgm:pt modelId="{FB1AF833-EA11-44AD-A4EB-80828F98C45D}" type="sibTrans" cxnId="{0ADA267A-FAF0-4E5A-A6C3-4266E2B97074}">
      <dgm:prSet/>
      <dgm:spPr/>
      <dgm:t>
        <a:bodyPr/>
        <a:lstStyle/>
        <a:p>
          <a:endParaRPr lang="en-US"/>
        </a:p>
      </dgm:t>
    </dgm:pt>
    <dgm:pt modelId="{5EE337C5-8303-4F1B-BE03-416BAC90A192}">
      <dgm:prSet/>
      <dgm:spPr/>
      <dgm:t>
        <a:bodyPr/>
        <a:lstStyle/>
        <a:p>
          <a:r>
            <a:rPr lang="en-US"/>
            <a:t>Makes category labels usable for ML models</a:t>
          </a:r>
        </a:p>
      </dgm:t>
    </dgm:pt>
    <dgm:pt modelId="{ECFB4925-ABEE-4A10-ADC6-7E846B825826}" type="parTrans" cxnId="{8FCF34BD-196B-471E-B6B1-D802D33279C8}">
      <dgm:prSet/>
      <dgm:spPr/>
      <dgm:t>
        <a:bodyPr/>
        <a:lstStyle/>
        <a:p>
          <a:endParaRPr lang="en-US"/>
        </a:p>
      </dgm:t>
    </dgm:pt>
    <dgm:pt modelId="{300D9024-9D0F-42A8-9498-04B976A710C5}" type="sibTrans" cxnId="{8FCF34BD-196B-471E-B6B1-D802D33279C8}">
      <dgm:prSet/>
      <dgm:spPr/>
      <dgm:t>
        <a:bodyPr/>
        <a:lstStyle/>
        <a:p>
          <a:endParaRPr lang="en-US"/>
        </a:p>
      </dgm:t>
    </dgm:pt>
    <dgm:pt modelId="{615B2A47-3D5F-49E0-BDD2-CACC1B02CD6E}">
      <dgm:prSet/>
      <dgm:spPr/>
      <dgm:t>
        <a:bodyPr/>
        <a:lstStyle/>
        <a:p>
          <a:r>
            <a:rPr lang="en-US"/>
            <a:t>Enables resume screening, classification, matching</a:t>
          </a:r>
        </a:p>
      </dgm:t>
    </dgm:pt>
    <dgm:pt modelId="{FED935FE-E077-4F75-87AD-AF4D4EA4DD85}" type="parTrans" cxnId="{9FFCF2FB-FB65-4717-863C-F8656C805657}">
      <dgm:prSet/>
      <dgm:spPr/>
      <dgm:t>
        <a:bodyPr/>
        <a:lstStyle/>
        <a:p>
          <a:endParaRPr lang="en-US"/>
        </a:p>
      </dgm:t>
    </dgm:pt>
    <dgm:pt modelId="{BC1CC9A1-F24F-410C-B9AA-FBA9F1E08941}" type="sibTrans" cxnId="{9FFCF2FB-FB65-4717-863C-F8656C805657}">
      <dgm:prSet/>
      <dgm:spPr/>
      <dgm:t>
        <a:bodyPr/>
        <a:lstStyle/>
        <a:p>
          <a:endParaRPr lang="en-US"/>
        </a:p>
      </dgm:t>
    </dgm:pt>
    <dgm:pt modelId="{442D6258-2061-4635-8AA2-DB6CF988DA09}" type="pres">
      <dgm:prSet presAssocID="{9268740E-0ABF-4FCC-BBBD-06BD649055D9}" presName="vert0" presStyleCnt="0">
        <dgm:presLayoutVars>
          <dgm:dir/>
          <dgm:animOne val="branch"/>
          <dgm:animLvl val="lvl"/>
        </dgm:presLayoutVars>
      </dgm:prSet>
      <dgm:spPr/>
    </dgm:pt>
    <dgm:pt modelId="{7A64744F-3247-4ECF-945C-F99BA99ADAF9}" type="pres">
      <dgm:prSet presAssocID="{549A8551-1EFA-4800-9FDC-AFF274E10B9B}" presName="thickLine" presStyleLbl="alignNode1" presStyleIdx="0" presStyleCnt="2"/>
      <dgm:spPr/>
    </dgm:pt>
    <dgm:pt modelId="{4DF19806-ED97-40F6-97CC-67510567A153}" type="pres">
      <dgm:prSet presAssocID="{549A8551-1EFA-4800-9FDC-AFF274E10B9B}" presName="horz1" presStyleCnt="0"/>
      <dgm:spPr/>
    </dgm:pt>
    <dgm:pt modelId="{F57A5291-6D4D-42FD-B56C-67AB46C6CC84}" type="pres">
      <dgm:prSet presAssocID="{549A8551-1EFA-4800-9FDC-AFF274E10B9B}" presName="tx1" presStyleLbl="revTx" presStyleIdx="0" presStyleCnt="12"/>
      <dgm:spPr/>
    </dgm:pt>
    <dgm:pt modelId="{D12E3B98-668A-4827-95A3-65920B255DB1}" type="pres">
      <dgm:prSet presAssocID="{549A8551-1EFA-4800-9FDC-AFF274E10B9B}" presName="vert1" presStyleCnt="0"/>
      <dgm:spPr/>
    </dgm:pt>
    <dgm:pt modelId="{86FBF010-3466-4EDC-A90E-F4DE40E709DF}" type="pres">
      <dgm:prSet presAssocID="{A579FC31-B738-44B2-9008-173C061B9BEE}" presName="vertSpace2a" presStyleCnt="0"/>
      <dgm:spPr/>
    </dgm:pt>
    <dgm:pt modelId="{D2AB3BBF-F918-4542-BD6F-632BCF19700F}" type="pres">
      <dgm:prSet presAssocID="{A579FC31-B738-44B2-9008-173C061B9BEE}" presName="horz2" presStyleCnt="0"/>
      <dgm:spPr/>
    </dgm:pt>
    <dgm:pt modelId="{CF8E4809-3EA3-4B4A-97C4-3954EBBB4E58}" type="pres">
      <dgm:prSet presAssocID="{A579FC31-B738-44B2-9008-173C061B9BEE}" presName="horzSpace2" presStyleCnt="0"/>
      <dgm:spPr/>
    </dgm:pt>
    <dgm:pt modelId="{A0054871-BFA7-4AD6-8691-34EC73CBAB1F}" type="pres">
      <dgm:prSet presAssocID="{A579FC31-B738-44B2-9008-173C061B9BEE}" presName="tx2" presStyleLbl="revTx" presStyleIdx="1" presStyleCnt="12"/>
      <dgm:spPr/>
    </dgm:pt>
    <dgm:pt modelId="{5B06169F-CB8F-48F7-B058-E5E79CDED90B}" type="pres">
      <dgm:prSet presAssocID="{A579FC31-B738-44B2-9008-173C061B9BEE}" presName="vert2" presStyleCnt="0"/>
      <dgm:spPr/>
    </dgm:pt>
    <dgm:pt modelId="{1C844CCE-FE18-420E-BF25-43863E8A66E6}" type="pres">
      <dgm:prSet presAssocID="{A579FC31-B738-44B2-9008-173C061B9BEE}" presName="thinLine2b" presStyleLbl="callout" presStyleIdx="0" presStyleCnt="10"/>
      <dgm:spPr/>
    </dgm:pt>
    <dgm:pt modelId="{5636CE4C-337C-4861-B9CB-A4F74E2CD912}" type="pres">
      <dgm:prSet presAssocID="{A579FC31-B738-44B2-9008-173C061B9BEE}" presName="vertSpace2b" presStyleCnt="0"/>
      <dgm:spPr/>
    </dgm:pt>
    <dgm:pt modelId="{E30AE621-5858-4F8B-A778-261C76DD3FA7}" type="pres">
      <dgm:prSet presAssocID="{685DA231-1F3B-4087-8EDF-0FC151B05756}" presName="horz2" presStyleCnt="0"/>
      <dgm:spPr/>
    </dgm:pt>
    <dgm:pt modelId="{C5D6C13F-2011-4FD9-94F0-4BC478F8771C}" type="pres">
      <dgm:prSet presAssocID="{685DA231-1F3B-4087-8EDF-0FC151B05756}" presName="horzSpace2" presStyleCnt="0"/>
      <dgm:spPr/>
    </dgm:pt>
    <dgm:pt modelId="{2D46087A-1E07-4A2A-893B-71382DB02160}" type="pres">
      <dgm:prSet presAssocID="{685DA231-1F3B-4087-8EDF-0FC151B05756}" presName="tx2" presStyleLbl="revTx" presStyleIdx="2" presStyleCnt="12"/>
      <dgm:spPr/>
    </dgm:pt>
    <dgm:pt modelId="{F802365D-0D0C-4751-A456-A4F7B1F926F6}" type="pres">
      <dgm:prSet presAssocID="{685DA231-1F3B-4087-8EDF-0FC151B05756}" presName="vert2" presStyleCnt="0"/>
      <dgm:spPr/>
    </dgm:pt>
    <dgm:pt modelId="{EF285137-2A48-45A0-8DDE-862B3D8C7297}" type="pres">
      <dgm:prSet presAssocID="{685DA231-1F3B-4087-8EDF-0FC151B05756}" presName="thinLine2b" presStyleLbl="callout" presStyleIdx="1" presStyleCnt="10"/>
      <dgm:spPr/>
    </dgm:pt>
    <dgm:pt modelId="{14664380-FD8E-4A58-881B-666555C5FD18}" type="pres">
      <dgm:prSet presAssocID="{685DA231-1F3B-4087-8EDF-0FC151B05756}" presName="vertSpace2b" presStyleCnt="0"/>
      <dgm:spPr/>
    </dgm:pt>
    <dgm:pt modelId="{54DC991F-6A76-4F99-99A3-0B2B16CD5E86}" type="pres">
      <dgm:prSet presAssocID="{7358F5E8-5261-4E91-AF2F-9D3FC0F0ED0D}" presName="horz2" presStyleCnt="0"/>
      <dgm:spPr/>
    </dgm:pt>
    <dgm:pt modelId="{98E38820-B6A2-49CF-8DAF-28B2486B7F12}" type="pres">
      <dgm:prSet presAssocID="{7358F5E8-5261-4E91-AF2F-9D3FC0F0ED0D}" presName="horzSpace2" presStyleCnt="0"/>
      <dgm:spPr/>
    </dgm:pt>
    <dgm:pt modelId="{97E25E71-EE17-49DF-8142-03C49FAEC74F}" type="pres">
      <dgm:prSet presAssocID="{7358F5E8-5261-4E91-AF2F-9D3FC0F0ED0D}" presName="tx2" presStyleLbl="revTx" presStyleIdx="3" presStyleCnt="12"/>
      <dgm:spPr/>
    </dgm:pt>
    <dgm:pt modelId="{F0951272-B203-4C9C-930D-C7E1C071B2AD}" type="pres">
      <dgm:prSet presAssocID="{7358F5E8-5261-4E91-AF2F-9D3FC0F0ED0D}" presName="vert2" presStyleCnt="0"/>
      <dgm:spPr/>
    </dgm:pt>
    <dgm:pt modelId="{CA00FE25-486B-44B3-A71C-BA9C31966787}" type="pres">
      <dgm:prSet presAssocID="{7358F5E8-5261-4E91-AF2F-9D3FC0F0ED0D}" presName="thinLine2b" presStyleLbl="callout" presStyleIdx="2" presStyleCnt="10"/>
      <dgm:spPr/>
    </dgm:pt>
    <dgm:pt modelId="{91B99F33-619A-4168-8297-A44DCDA1FD9C}" type="pres">
      <dgm:prSet presAssocID="{7358F5E8-5261-4E91-AF2F-9D3FC0F0ED0D}" presName="vertSpace2b" presStyleCnt="0"/>
      <dgm:spPr/>
    </dgm:pt>
    <dgm:pt modelId="{1AF49783-07ED-41C3-931F-E67135251CF0}" type="pres">
      <dgm:prSet presAssocID="{FC47775B-AD02-4309-A561-E37CADF7A469}" presName="horz2" presStyleCnt="0"/>
      <dgm:spPr/>
    </dgm:pt>
    <dgm:pt modelId="{81F722AA-E982-4018-A6AC-6B28F679409D}" type="pres">
      <dgm:prSet presAssocID="{FC47775B-AD02-4309-A561-E37CADF7A469}" presName="horzSpace2" presStyleCnt="0"/>
      <dgm:spPr/>
    </dgm:pt>
    <dgm:pt modelId="{B8509AA5-69C5-4CFC-94DE-0AD4EB6FF746}" type="pres">
      <dgm:prSet presAssocID="{FC47775B-AD02-4309-A561-E37CADF7A469}" presName="tx2" presStyleLbl="revTx" presStyleIdx="4" presStyleCnt="12"/>
      <dgm:spPr/>
    </dgm:pt>
    <dgm:pt modelId="{6186A95B-A1EE-4C68-898C-4A0F6646990E}" type="pres">
      <dgm:prSet presAssocID="{FC47775B-AD02-4309-A561-E37CADF7A469}" presName="vert2" presStyleCnt="0"/>
      <dgm:spPr/>
    </dgm:pt>
    <dgm:pt modelId="{AA0FC3CC-3654-4C16-A1D1-054E4D164B18}" type="pres">
      <dgm:prSet presAssocID="{FC47775B-AD02-4309-A561-E37CADF7A469}" presName="thinLine2b" presStyleLbl="callout" presStyleIdx="3" presStyleCnt="10"/>
      <dgm:spPr/>
    </dgm:pt>
    <dgm:pt modelId="{468BAE88-3255-4531-9D50-650016F90331}" type="pres">
      <dgm:prSet presAssocID="{FC47775B-AD02-4309-A561-E37CADF7A469}" presName="vertSpace2b" presStyleCnt="0"/>
      <dgm:spPr/>
    </dgm:pt>
    <dgm:pt modelId="{14FD4B9D-5F10-45C2-83B6-588806C6F0C9}" type="pres">
      <dgm:prSet presAssocID="{AD4E2AA6-CF29-4E58-929E-13824BF3C4AD}" presName="horz2" presStyleCnt="0"/>
      <dgm:spPr/>
    </dgm:pt>
    <dgm:pt modelId="{889CCDC9-9B2F-4918-91CD-9B60FDF8D346}" type="pres">
      <dgm:prSet presAssocID="{AD4E2AA6-CF29-4E58-929E-13824BF3C4AD}" presName="horzSpace2" presStyleCnt="0"/>
      <dgm:spPr/>
    </dgm:pt>
    <dgm:pt modelId="{5FED6344-691E-4276-9FD8-49A9645E5096}" type="pres">
      <dgm:prSet presAssocID="{AD4E2AA6-CF29-4E58-929E-13824BF3C4AD}" presName="tx2" presStyleLbl="revTx" presStyleIdx="5" presStyleCnt="12"/>
      <dgm:spPr/>
    </dgm:pt>
    <dgm:pt modelId="{FF6D143B-DD5C-485F-BA1D-FDC0F69EB987}" type="pres">
      <dgm:prSet presAssocID="{AD4E2AA6-CF29-4E58-929E-13824BF3C4AD}" presName="vert2" presStyleCnt="0"/>
      <dgm:spPr/>
    </dgm:pt>
    <dgm:pt modelId="{A94346F7-EB9B-428F-96AE-DFFA6CC61D90}" type="pres">
      <dgm:prSet presAssocID="{AD4E2AA6-CF29-4E58-929E-13824BF3C4AD}" presName="thinLine2b" presStyleLbl="callout" presStyleIdx="4" presStyleCnt="10"/>
      <dgm:spPr/>
    </dgm:pt>
    <dgm:pt modelId="{0155C536-D492-4C9B-B984-6F5EFAF7A14A}" type="pres">
      <dgm:prSet presAssocID="{AD4E2AA6-CF29-4E58-929E-13824BF3C4AD}" presName="vertSpace2b" presStyleCnt="0"/>
      <dgm:spPr/>
    </dgm:pt>
    <dgm:pt modelId="{FE8C7C86-8659-415C-9485-71E22D107F1F}" type="pres">
      <dgm:prSet presAssocID="{EE3E3300-7909-4D37-8BE4-C1332B2CA8BF}" presName="thickLine" presStyleLbl="alignNode1" presStyleIdx="1" presStyleCnt="2"/>
      <dgm:spPr/>
    </dgm:pt>
    <dgm:pt modelId="{253C0D51-33B6-4049-87DE-D67CD3BC7D7C}" type="pres">
      <dgm:prSet presAssocID="{EE3E3300-7909-4D37-8BE4-C1332B2CA8BF}" presName="horz1" presStyleCnt="0"/>
      <dgm:spPr/>
    </dgm:pt>
    <dgm:pt modelId="{D25F72C1-DF00-476C-A7CA-4C6D1A69478B}" type="pres">
      <dgm:prSet presAssocID="{EE3E3300-7909-4D37-8BE4-C1332B2CA8BF}" presName="tx1" presStyleLbl="revTx" presStyleIdx="6" presStyleCnt="12"/>
      <dgm:spPr/>
    </dgm:pt>
    <dgm:pt modelId="{B0D45EFE-9456-4AEB-9F74-352EFAB66141}" type="pres">
      <dgm:prSet presAssocID="{EE3E3300-7909-4D37-8BE4-C1332B2CA8BF}" presName="vert1" presStyleCnt="0"/>
      <dgm:spPr/>
    </dgm:pt>
    <dgm:pt modelId="{E380C80D-B035-40BC-8B68-E567840036C9}" type="pres">
      <dgm:prSet presAssocID="{F350B962-ABE5-4ECB-8951-7B1A9536D9B4}" presName="vertSpace2a" presStyleCnt="0"/>
      <dgm:spPr/>
    </dgm:pt>
    <dgm:pt modelId="{CD33F76B-1F0F-44FB-AA9B-604162F25730}" type="pres">
      <dgm:prSet presAssocID="{F350B962-ABE5-4ECB-8951-7B1A9536D9B4}" presName="horz2" presStyleCnt="0"/>
      <dgm:spPr/>
    </dgm:pt>
    <dgm:pt modelId="{CE8909BB-2319-4939-97DA-05C4B52C6C87}" type="pres">
      <dgm:prSet presAssocID="{F350B962-ABE5-4ECB-8951-7B1A9536D9B4}" presName="horzSpace2" presStyleCnt="0"/>
      <dgm:spPr/>
    </dgm:pt>
    <dgm:pt modelId="{A026AC44-08F3-4598-90D6-B59394396DBC}" type="pres">
      <dgm:prSet presAssocID="{F350B962-ABE5-4ECB-8951-7B1A9536D9B4}" presName="tx2" presStyleLbl="revTx" presStyleIdx="7" presStyleCnt="12"/>
      <dgm:spPr/>
    </dgm:pt>
    <dgm:pt modelId="{3529CF4C-2AFD-427A-91B4-48E85F8C4F29}" type="pres">
      <dgm:prSet presAssocID="{F350B962-ABE5-4ECB-8951-7B1A9536D9B4}" presName="vert2" presStyleCnt="0"/>
      <dgm:spPr/>
    </dgm:pt>
    <dgm:pt modelId="{A45D328B-4293-4748-8C9F-AE242EF6C203}" type="pres">
      <dgm:prSet presAssocID="{F350B962-ABE5-4ECB-8951-7B1A9536D9B4}" presName="thinLine2b" presStyleLbl="callout" presStyleIdx="5" presStyleCnt="10"/>
      <dgm:spPr/>
    </dgm:pt>
    <dgm:pt modelId="{AA7BDFF3-0C1D-4184-A307-C9C03123D7F9}" type="pres">
      <dgm:prSet presAssocID="{F350B962-ABE5-4ECB-8951-7B1A9536D9B4}" presName="vertSpace2b" presStyleCnt="0"/>
      <dgm:spPr/>
    </dgm:pt>
    <dgm:pt modelId="{656E6251-9D85-45EE-BF61-524298782FAB}" type="pres">
      <dgm:prSet presAssocID="{346955E1-2F55-497A-AAAF-0CA04230C555}" presName="horz2" presStyleCnt="0"/>
      <dgm:spPr/>
    </dgm:pt>
    <dgm:pt modelId="{BD84A6AC-C042-47B5-AD60-147C9789E1C8}" type="pres">
      <dgm:prSet presAssocID="{346955E1-2F55-497A-AAAF-0CA04230C555}" presName="horzSpace2" presStyleCnt="0"/>
      <dgm:spPr/>
    </dgm:pt>
    <dgm:pt modelId="{FCFD3687-E0BC-4358-83CF-A86C351B4F6B}" type="pres">
      <dgm:prSet presAssocID="{346955E1-2F55-497A-AAAF-0CA04230C555}" presName="tx2" presStyleLbl="revTx" presStyleIdx="8" presStyleCnt="12"/>
      <dgm:spPr/>
    </dgm:pt>
    <dgm:pt modelId="{5A23AF6C-EC36-47F9-A832-BB6AD2C0ED39}" type="pres">
      <dgm:prSet presAssocID="{346955E1-2F55-497A-AAAF-0CA04230C555}" presName="vert2" presStyleCnt="0"/>
      <dgm:spPr/>
    </dgm:pt>
    <dgm:pt modelId="{120294F8-9C03-4B76-AFCF-E0DF59A72725}" type="pres">
      <dgm:prSet presAssocID="{346955E1-2F55-497A-AAAF-0CA04230C555}" presName="thinLine2b" presStyleLbl="callout" presStyleIdx="6" presStyleCnt="10"/>
      <dgm:spPr/>
    </dgm:pt>
    <dgm:pt modelId="{1D351B16-FB72-4E85-B4B1-9CD07577627B}" type="pres">
      <dgm:prSet presAssocID="{346955E1-2F55-497A-AAAF-0CA04230C555}" presName="vertSpace2b" presStyleCnt="0"/>
      <dgm:spPr/>
    </dgm:pt>
    <dgm:pt modelId="{AD70CB89-B3F6-470F-94C2-9C41B0913B43}" type="pres">
      <dgm:prSet presAssocID="{28961BF3-602B-4A7B-922A-F7D3CE5B5C72}" presName="horz2" presStyleCnt="0"/>
      <dgm:spPr/>
    </dgm:pt>
    <dgm:pt modelId="{5EC20FC9-07E1-4E51-980F-2EC59A2DBBA4}" type="pres">
      <dgm:prSet presAssocID="{28961BF3-602B-4A7B-922A-F7D3CE5B5C72}" presName="horzSpace2" presStyleCnt="0"/>
      <dgm:spPr/>
    </dgm:pt>
    <dgm:pt modelId="{D5B4311A-4765-47F0-BCD3-92763FE7B3E4}" type="pres">
      <dgm:prSet presAssocID="{28961BF3-602B-4A7B-922A-F7D3CE5B5C72}" presName="tx2" presStyleLbl="revTx" presStyleIdx="9" presStyleCnt="12"/>
      <dgm:spPr/>
    </dgm:pt>
    <dgm:pt modelId="{D6C557A9-8C15-4955-8C6D-E4D68132C72B}" type="pres">
      <dgm:prSet presAssocID="{28961BF3-602B-4A7B-922A-F7D3CE5B5C72}" presName="vert2" presStyleCnt="0"/>
      <dgm:spPr/>
    </dgm:pt>
    <dgm:pt modelId="{C086C4D2-DD64-4FD5-9430-8944E8EC2532}" type="pres">
      <dgm:prSet presAssocID="{28961BF3-602B-4A7B-922A-F7D3CE5B5C72}" presName="thinLine2b" presStyleLbl="callout" presStyleIdx="7" presStyleCnt="10"/>
      <dgm:spPr/>
    </dgm:pt>
    <dgm:pt modelId="{D603B3B7-AF41-41DD-8C71-697DC8E076C4}" type="pres">
      <dgm:prSet presAssocID="{28961BF3-602B-4A7B-922A-F7D3CE5B5C72}" presName="vertSpace2b" presStyleCnt="0"/>
      <dgm:spPr/>
    </dgm:pt>
    <dgm:pt modelId="{F32721FD-B680-40BB-8B65-D105435EEE9C}" type="pres">
      <dgm:prSet presAssocID="{5EE337C5-8303-4F1B-BE03-416BAC90A192}" presName="horz2" presStyleCnt="0"/>
      <dgm:spPr/>
    </dgm:pt>
    <dgm:pt modelId="{A7565341-6454-4665-982E-2D97CF8F4C56}" type="pres">
      <dgm:prSet presAssocID="{5EE337C5-8303-4F1B-BE03-416BAC90A192}" presName="horzSpace2" presStyleCnt="0"/>
      <dgm:spPr/>
    </dgm:pt>
    <dgm:pt modelId="{09BB1299-2758-4E08-A80D-6D400F6F94FB}" type="pres">
      <dgm:prSet presAssocID="{5EE337C5-8303-4F1B-BE03-416BAC90A192}" presName="tx2" presStyleLbl="revTx" presStyleIdx="10" presStyleCnt="12"/>
      <dgm:spPr/>
    </dgm:pt>
    <dgm:pt modelId="{06A87918-3CAA-4DB5-889D-6050C0C6F567}" type="pres">
      <dgm:prSet presAssocID="{5EE337C5-8303-4F1B-BE03-416BAC90A192}" presName="vert2" presStyleCnt="0"/>
      <dgm:spPr/>
    </dgm:pt>
    <dgm:pt modelId="{FC0DAAD0-2D6F-42D7-963E-73CA2F80799A}" type="pres">
      <dgm:prSet presAssocID="{5EE337C5-8303-4F1B-BE03-416BAC90A192}" presName="thinLine2b" presStyleLbl="callout" presStyleIdx="8" presStyleCnt="10"/>
      <dgm:spPr/>
    </dgm:pt>
    <dgm:pt modelId="{78BAFA6F-D95A-4EEE-9DE9-464331612871}" type="pres">
      <dgm:prSet presAssocID="{5EE337C5-8303-4F1B-BE03-416BAC90A192}" presName="vertSpace2b" presStyleCnt="0"/>
      <dgm:spPr/>
    </dgm:pt>
    <dgm:pt modelId="{A987D38E-875B-414E-9D70-48936BF714DE}" type="pres">
      <dgm:prSet presAssocID="{615B2A47-3D5F-49E0-BDD2-CACC1B02CD6E}" presName="horz2" presStyleCnt="0"/>
      <dgm:spPr/>
    </dgm:pt>
    <dgm:pt modelId="{06C5AFD8-1E25-4A40-B89A-1F37D289A97C}" type="pres">
      <dgm:prSet presAssocID="{615B2A47-3D5F-49E0-BDD2-CACC1B02CD6E}" presName="horzSpace2" presStyleCnt="0"/>
      <dgm:spPr/>
    </dgm:pt>
    <dgm:pt modelId="{03A8B138-BA66-40F4-947C-FA7698EC955E}" type="pres">
      <dgm:prSet presAssocID="{615B2A47-3D5F-49E0-BDD2-CACC1B02CD6E}" presName="tx2" presStyleLbl="revTx" presStyleIdx="11" presStyleCnt="12"/>
      <dgm:spPr/>
    </dgm:pt>
    <dgm:pt modelId="{2B812C9F-A0F9-44A9-95A3-2E0DC3DF829D}" type="pres">
      <dgm:prSet presAssocID="{615B2A47-3D5F-49E0-BDD2-CACC1B02CD6E}" presName="vert2" presStyleCnt="0"/>
      <dgm:spPr/>
    </dgm:pt>
    <dgm:pt modelId="{D12EAFF7-7EDA-4520-8DCF-0C13C1AD0877}" type="pres">
      <dgm:prSet presAssocID="{615B2A47-3D5F-49E0-BDD2-CACC1B02CD6E}" presName="thinLine2b" presStyleLbl="callout" presStyleIdx="9" presStyleCnt="10"/>
      <dgm:spPr/>
    </dgm:pt>
    <dgm:pt modelId="{F3D69513-361D-41E4-ADC3-F47803938FDD}" type="pres">
      <dgm:prSet presAssocID="{615B2A47-3D5F-49E0-BDD2-CACC1B02CD6E}" presName="vertSpace2b" presStyleCnt="0"/>
      <dgm:spPr/>
    </dgm:pt>
  </dgm:ptLst>
  <dgm:cxnLst>
    <dgm:cxn modelId="{7DBB0800-4444-4586-916A-2D14F91EF6FA}" type="presOf" srcId="{5EE337C5-8303-4F1B-BE03-416BAC90A192}" destId="{09BB1299-2758-4E08-A80D-6D400F6F94FB}" srcOrd="0" destOrd="0" presId="urn:microsoft.com/office/officeart/2008/layout/LinedList"/>
    <dgm:cxn modelId="{FD824700-51F8-4EBE-AC30-7070FFE6647B}" srcId="{9268740E-0ABF-4FCC-BBBD-06BD649055D9}" destId="{EE3E3300-7909-4D37-8BE4-C1332B2CA8BF}" srcOrd="1" destOrd="0" parTransId="{68432372-5AF1-4F9D-9B1B-62EC2EFADAC0}" sibTransId="{00EBC22A-0593-4CFD-9F28-1211E49B8F2A}"/>
    <dgm:cxn modelId="{B60D6209-C3F8-4A1D-BB3A-A351F605E8BB}" type="presOf" srcId="{7358F5E8-5261-4E91-AF2F-9D3FC0F0ED0D}" destId="{97E25E71-EE17-49DF-8142-03C49FAEC74F}" srcOrd="0" destOrd="0" presId="urn:microsoft.com/office/officeart/2008/layout/LinedList"/>
    <dgm:cxn modelId="{8B06FE0A-FBEF-46A1-8D76-627F9490D336}" type="presOf" srcId="{9268740E-0ABF-4FCC-BBBD-06BD649055D9}" destId="{442D6258-2061-4635-8AA2-DB6CF988DA09}" srcOrd="0" destOrd="0" presId="urn:microsoft.com/office/officeart/2008/layout/LinedList"/>
    <dgm:cxn modelId="{5F300D2B-B0A9-4F57-8CE8-7AA6C21C4B90}" srcId="{549A8551-1EFA-4800-9FDC-AFF274E10B9B}" destId="{A579FC31-B738-44B2-9008-173C061B9BEE}" srcOrd="0" destOrd="0" parTransId="{A91083D7-B994-438E-8922-DCECC5CFAFEF}" sibTransId="{D1C42ADB-BA02-47D4-8588-2BB721CE8D20}"/>
    <dgm:cxn modelId="{AE7D9137-5E68-4116-B4D4-67057434F506}" srcId="{9268740E-0ABF-4FCC-BBBD-06BD649055D9}" destId="{549A8551-1EFA-4800-9FDC-AFF274E10B9B}" srcOrd="0" destOrd="0" parTransId="{E9B5549B-941F-4D56-954B-571AB7366272}" sibTransId="{DB2E91AD-2965-4D44-AB88-18EBB3790B99}"/>
    <dgm:cxn modelId="{68D3F53B-F7B7-4424-BEC5-1BA5360C08BA}" srcId="{EE3E3300-7909-4D37-8BE4-C1332B2CA8BF}" destId="{F350B962-ABE5-4ECB-8951-7B1A9536D9B4}" srcOrd="0" destOrd="0" parTransId="{3AA47DFD-1314-4D8C-8F29-133808E61A43}" sibTransId="{4EAE71CA-C7EA-435A-B9E9-BA3CB7190B36}"/>
    <dgm:cxn modelId="{C15E0D63-C5F7-49A7-B0C8-43F05C1D8800}" type="presOf" srcId="{28961BF3-602B-4A7B-922A-F7D3CE5B5C72}" destId="{D5B4311A-4765-47F0-BCD3-92763FE7B3E4}" srcOrd="0" destOrd="0" presId="urn:microsoft.com/office/officeart/2008/layout/LinedList"/>
    <dgm:cxn modelId="{D9F91B46-9AA2-4D1E-AE04-CF7B303B42E6}" srcId="{549A8551-1EFA-4800-9FDC-AFF274E10B9B}" destId="{FC47775B-AD02-4309-A561-E37CADF7A469}" srcOrd="3" destOrd="0" parTransId="{54606291-3EE6-4E01-BD62-FB52228F93B7}" sibTransId="{4BED3C23-50B7-4110-B1C8-99AE1F14C59A}"/>
    <dgm:cxn modelId="{474F1C6A-5E50-4886-BD26-F5A89D031ED2}" type="presOf" srcId="{615B2A47-3D5F-49E0-BDD2-CACC1B02CD6E}" destId="{03A8B138-BA66-40F4-947C-FA7698EC955E}" srcOrd="0" destOrd="0" presId="urn:microsoft.com/office/officeart/2008/layout/LinedList"/>
    <dgm:cxn modelId="{CB94554B-6DC4-4E1C-9A0F-4AAB4709AB54}" type="presOf" srcId="{FC47775B-AD02-4309-A561-E37CADF7A469}" destId="{B8509AA5-69C5-4CFC-94DE-0AD4EB6FF746}" srcOrd="0" destOrd="0" presId="urn:microsoft.com/office/officeart/2008/layout/LinedList"/>
    <dgm:cxn modelId="{FDAEC671-F1A3-4367-ADEC-E403BBAA1548}" type="presOf" srcId="{346955E1-2F55-497A-AAAF-0CA04230C555}" destId="{FCFD3687-E0BC-4358-83CF-A86C351B4F6B}" srcOrd="0" destOrd="0" presId="urn:microsoft.com/office/officeart/2008/layout/LinedList"/>
    <dgm:cxn modelId="{BE2BEC72-E027-4F8A-9D50-E469FB6174AC}" srcId="{549A8551-1EFA-4800-9FDC-AFF274E10B9B}" destId="{685DA231-1F3B-4087-8EDF-0FC151B05756}" srcOrd="1" destOrd="0" parTransId="{3966B8D5-AEEA-40A5-A640-169E7EFAAEE3}" sibTransId="{44BDC686-A745-449F-9BEC-5A12A409E9EB}"/>
    <dgm:cxn modelId="{0ADA267A-FAF0-4E5A-A6C3-4266E2B97074}" srcId="{EE3E3300-7909-4D37-8BE4-C1332B2CA8BF}" destId="{28961BF3-602B-4A7B-922A-F7D3CE5B5C72}" srcOrd="2" destOrd="0" parTransId="{8384C2B9-C145-4CB5-B2E6-F6750B312072}" sibTransId="{FB1AF833-EA11-44AD-A4EB-80828F98C45D}"/>
    <dgm:cxn modelId="{9D97317B-373C-47F1-A3B7-E2A57DEDD882}" type="presOf" srcId="{685DA231-1F3B-4087-8EDF-0FC151B05756}" destId="{2D46087A-1E07-4A2A-893B-71382DB02160}" srcOrd="0" destOrd="0" presId="urn:microsoft.com/office/officeart/2008/layout/LinedList"/>
    <dgm:cxn modelId="{E706168F-314C-4D4A-B348-A5A256FDC3BA}" type="presOf" srcId="{F350B962-ABE5-4ECB-8951-7B1A9536D9B4}" destId="{A026AC44-08F3-4598-90D6-B59394396DBC}" srcOrd="0" destOrd="0" presId="urn:microsoft.com/office/officeart/2008/layout/LinedList"/>
    <dgm:cxn modelId="{6F9578B3-74B8-48AA-AF48-C3A87B66CD56}" type="presOf" srcId="{549A8551-1EFA-4800-9FDC-AFF274E10B9B}" destId="{F57A5291-6D4D-42FD-B56C-67AB46C6CC84}" srcOrd="0" destOrd="0" presId="urn:microsoft.com/office/officeart/2008/layout/LinedList"/>
    <dgm:cxn modelId="{8FCF34BD-196B-471E-B6B1-D802D33279C8}" srcId="{EE3E3300-7909-4D37-8BE4-C1332B2CA8BF}" destId="{5EE337C5-8303-4F1B-BE03-416BAC90A192}" srcOrd="3" destOrd="0" parTransId="{ECFB4925-ABEE-4A10-ADC6-7E846B825826}" sibTransId="{300D9024-9D0F-42A8-9498-04B976A710C5}"/>
    <dgm:cxn modelId="{8B047EC6-03F0-4A37-AF1C-E5F4FF7A5476}" srcId="{EE3E3300-7909-4D37-8BE4-C1332B2CA8BF}" destId="{346955E1-2F55-497A-AAAF-0CA04230C555}" srcOrd="1" destOrd="0" parTransId="{920F2199-E82F-44B0-B8A5-ACE509735B86}" sibTransId="{D0AA8633-5D3F-4482-8B7F-9B34B96A4990}"/>
    <dgm:cxn modelId="{FDC1F5E1-DD59-4A6F-B113-82F4AA9D9036}" type="presOf" srcId="{A579FC31-B738-44B2-9008-173C061B9BEE}" destId="{A0054871-BFA7-4AD6-8691-34EC73CBAB1F}" srcOrd="0" destOrd="0" presId="urn:microsoft.com/office/officeart/2008/layout/LinedList"/>
    <dgm:cxn modelId="{D5A880EE-4134-4427-837A-F1E1DC2B4C57}" srcId="{549A8551-1EFA-4800-9FDC-AFF274E10B9B}" destId="{7358F5E8-5261-4E91-AF2F-9D3FC0F0ED0D}" srcOrd="2" destOrd="0" parTransId="{AF337DB4-56B8-4F47-8869-F31301D30231}" sibTransId="{6D2AD2F1-85E0-4D8E-9F2C-7E16CB99D3D1}"/>
    <dgm:cxn modelId="{674CC1F6-F820-4B16-8787-B4D8D0EC9D0F}" srcId="{549A8551-1EFA-4800-9FDC-AFF274E10B9B}" destId="{AD4E2AA6-CF29-4E58-929E-13824BF3C4AD}" srcOrd="4" destOrd="0" parTransId="{5ADA5916-8124-40F7-AA77-F3321E3FA911}" sibTransId="{F279069C-15B3-416A-8313-EC17FAD8B9A7}"/>
    <dgm:cxn modelId="{998015F8-E3BE-4D08-B7E2-2D6EC219C300}" type="presOf" srcId="{AD4E2AA6-CF29-4E58-929E-13824BF3C4AD}" destId="{5FED6344-691E-4276-9FD8-49A9645E5096}" srcOrd="0" destOrd="0" presId="urn:microsoft.com/office/officeart/2008/layout/LinedList"/>
    <dgm:cxn modelId="{F0E41DFB-FC29-4BC0-BB8A-3E1648424B57}" type="presOf" srcId="{EE3E3300-7909-4D37-8BE4-C1332B2CA8BF}" destId="{D25F72C1-DF00-476C-A7CA-4C6D1A69478B}" srcOrd="0" destOrd="0" presId="urn:microsoft.com/office/officeart/2008/layout/LinedList"/>
    <dgm:cxn modelId="{9FFCF2FB-FB65-4717-863C-F8656C805657}" srcId="{EE3E3300-7909-4D37-8BE4-C1332B2CA8BF}" destId="{615B2A47-3D5F-49E0-BDD2-CACC1B02CD6E}" srcOrd="4" destOrd="0" parTransId="{FED935FE-E077-4F75-87AD-AF4D4EA4DD85}" sibTransId="{BC1CC9A1-F24F-410C-B9AA-FBA9F1E08941}"/>
    <dgm:cxn modelId="{6D769A69-7E41-418E-9DB1-E9F1E26904A4}" type="presParOf" srcId="{442D6258-2061-4635-8AA2-DB6CF988DA09}" destId="{7A64744F-3247-4ECF-945C-F99BA99ADAF9}" srcOrd="0" destOrd="0" presId="urn:microsoft.com/office/officeart/2008/layout/LinedList"/>
    <dgm:cxn modelId="{D0A347F0-0CD5-4A05-BC8E-C29BE623CE98}" type="presParOf" srcId="{442D6258-2061-4635-8AA2-DB6CF988DA09}" destId="{4DF19806-ED97-40F6-97CC-67510567A153}" srcOrd="1" destOrd="0" presId="urn:microsoft.com/office/officeart/2008/layout/LinedList"/>
    <dgm:cxn modelId="{C53F8465-DB18-482A-8078-1171FE9970E0}" type="presParOf" srcId="{4DF19806-ED97-40F6-97CC-67510567A153}" destId="{F57A5291-6D4D-42FD-B56C-67AB46C6CC84}" srcOrd="0" destOrd="0" presId="urn:microsoft.com/office/officeart/2008/layout/LinedList"/>
    <dgm:cxn modelId="{F4B4B8AD-46D2-4AC3-9EAE-BFC2B4743553}" type="presParOf" srcId="{4DF19806-ED97-40F6-97CC-67510567A153}" destId="{D12E3B98-668A-4827-95A3-65920B255DB1}" srcOrd="1" destOrd="0" presId="urn:microsoft.com/office/officeart/2008/layout/LinedList"/>
    <dgm:cxn modelId="{361910AB-2537-4D33-AB68-33B70A9F27E0}" type="presParOf" srcId="{D12E3B98-668A-4827-95A3-65920B255DB1}" destId="{86FBF010-3466-4EDC-A90E-F4DE40E709DF}" srcOrd="0" destOrd="0" presId="urn:microsoft.com/office/officeart/2008/layout/LinedList"/>
    <dgm:cxn modelId="{FFAA68AE-BE07-4A65-8CE0-68FB7A41AF76}" type="presParOf" srcId="{D12E3B98-668A-4827-95A3-65920B255DB1}" destId="{D2AB3BBF-F918-4542-BD6F-632BCF19700F}" srcOrd="1" destOrd="0" presId="urn:microsoft.com/office/officeart/2008/layout/LinedList"/>
    <dgm:cxn modelId="{7AA7641C-20A3-412E-A01A-C0ECFC2D2FC2}" type="presParOf" srcId="{D2AB3BBF-F918-4542-BD6F-632BCF19700F}" destId="{CF8E4809-3EA3-4B4A-97C4-3954EBBB4E58}" srcOrd="0" destOrd="0" presId="urn:microsoft.com/office/officeart/2008/layout/LinedList"/>
    <dgm:cxn modelId="{BC389788-C3FA-48D9-A510-F5D57CD22C59}" type="presParOf" srcId="{D2AB3BBF-F918-4542-BD6F-632BCF19700F}" destId="{A0054871-BFA7-4AD6-8691-34EC73CBAB1F}" srcOrd="1" destOrd="0" presId="urn:microsoft.com/office/officeart/2008/layout/LinedList"/>
    <dgm:cxn modelId="{5F3EBD14-831E-4DF9-81FC-F780DA915401}" type="presParOf" srcId="{D2AB3BBF-F918-4542-BD6F-632BCF19700F}" destId="{5B06169F-CB8F-48F7-B058-E5E79CDED90B}" srcOrd="2" destOrd="0" presId="urn:microsoft.com/office/officeart/2008/layout/LinedList"/>
    <dgm:cxn modelId="{A74536AD-2CD1-42B8-83A5-39DD551985F7}" type="presParOf" srcId="{D12E3B98-668A-4827-95A3-65920B255DB1}" destId="{1C844CCE-FE18-420E-BF25-43863E8A66E6}" srcOrd="2" destOrd="0" presId="urn:microsoft.com/office/officeart/2008/layout/LinedList"/>
    <dgm:cxn modelId="{D66FAC77-EFD1-4D86-B743-8744FAB8DE02}" type="presParOf" srcId="{D12E3B98-668A-4827-95A3-65920B255DB1}" destId="{5636CE4C-337C-4861-B9CB-A4F74E2CD912}" srcOrd="3" destOrd="0" presId="urn:microsoft.com/office/officeart/2008/layout/LinedList"/>
    <dgm:cxn modelId="{7E2E5C94-BE27-48F5-B073-5E7C726FDE27}" type="presParOf" srcId="{D12E3B98-668A-4827-95A3-65920B255DB1}" destId="{E30AE621-5858-4F8B-A778-261C76DD3FA7}" srcOrd="4" destOrd="0" presId="urn:microsoft.com/office/officeart/2008/layout/LinedList"/>
    <dgm:cxn modelId="{D4DD5146-200E-405C-BCF2-21FD8D7D0305}" type="presParOf" srcId="{E30AE621-5858-4F8B-A778-261C76DD3FA7}" destId="{C5D6C13F-2011-4FD9-94F0-4BC478F8771C}" srcOrd="0" destOrd="0" presId="urn:microsoft.com/office/officeart/2008/layout/LinedList"/>
    <dgm:cxn modelId="{6D2ED9C5-8206-4B00-932C-3414B07BFBB6}" type="presParOf" srcId="{E30AE621-5858-4F8B-A778-261C76DD3FA7}" destId="{2D46087A-1E07-4A2A-893B-71382DB02160}" srcOrd="1" destOrd="0" presId="urn:microsoft.com/office/officeart/2008/layout/LinedList"/>
    <dgm:cxn modelId="{EAFC0C89-39E2-4103-B9ED-A157BAB82934}" type="presParOf" srcId="{E30AE621-5858-4F8B-A778-261C76DD3FA7}" destId="{F802365D-0D0C-4751-A456-A4F7B1F926F6}" srcOrd="2" destOrd="0" presId="urn:microsoft.com/office/officeart/2008/layout/LinedList"/>
    <dgm:cxn modelId="{CC5C1A0E-DAC9-460C-8EF9-3DFFBC36DA1A}" type="presParOf" srcId="{D12E3B98-668A-4827-95A3-65920B255DB1}" destId="{EF285137-2A48-45A0-8DDE-862B3D8C7297}" srcOrd="5" destOrd="0" presId="urn:microsoft.com/office/officeart/2008/layout/LinedList"/>
    <dgm:cxn modelId="{5C059C90-E881-415E-A9AB-F6ADA06033ED}" type="presParOf" srcId="{D12E3B98-668A-4827-95A3-65920B255DB1}" destId="{14664380-FD8E-4A58-881B-666555C5FD18}" srcOrd="6" destOrd="0" presId="urn:microsoft.com/office/officeart/2008/layout/LinedList"/>
    <dgm:cxn modelId="{3927A86B-3B3C-49FA-912F-7CDC28229A12}" type="presParOf" srcId="{D12E3B98-668A-4827-95A3-65920B255DB1}" destId="{54DC991F-6A76-4F99-99A3-0B2B16CD5E86}" srcOrd="7" destOrd="0" presId="urn:microsoft.com/office/officeart/2008/layout/LinedList"/>
    <dgm:cxn modelId="{165B5EFF-3D19-4041-AB17-E60D6C504A78}" type="presParOf" srcId="{54DC991F-6A76-4F99-99A3-0B2B16CD5E86}" destId="{98E38820-B6A2-49CF-8DAF-28B2486B7F12}" srcOrd="0" destOrd="0" presId="urn:microsoft.com/office/officeart/2008/layout/LinedList"/>
    <dgm:cxn modelId="{EA919171-8D57-4292-805B-C8A756F2FE21}" type="presParOf" srcId="{54DC991F-6A76-4F99-99A3-0B2B16CD5E86}" destId="{97E25E71-EE17-49DF-8142-03C49FAEC74F}" srcOrd="1" destOrd="0" presId="urn:microsoft.com/office/officeart/2008/layout/LinedList"/>
    <dgm:cxn modelId="{441B8C39-F4D1-4641-B1CC-3A0DE5307E82}" type="presParOf" srcId="{54DC991F-6A76-4F99-99A3-0B2B16CD5E86}" destId="{F0951272-B203-4C9C-930D-C7E1C071B2AD}" srcOrd="2" destOrd="0" presId="urn:microsoft.com/office/officeart/2008/layout/LinedList"/>
    <dgm:cxn modelId="{C2067B18-6819-4F24-893F-D91D71CCCA92}" type="presParOf" srcId="{D12E3B98-668A-4827-95A3-65920B255DB1}" destId="{CA00FE25-486B-44B3-A71C-BA9C31966787}" srcOrd="8" destOrd="0" presId="urn:microsoft.com/office/officeart/2008/layout/LinedList"/>
    <dgm:cxn modelId="{F6E87F35-0F76-48DA-B2C3-8332269F11CD}" type="presParOf" srcId="{D12E3B98-668A-4827-95A3-65920B255DB1}" destId="{91B99F33-619A-4168-8297-A44DCDA1FD9C}" srcOrd="9" destOrd="0" presId="urn:microsoft.com/office/officeart/2008/layout/LinedList"/>
    <dgm:cxn modelId="{65FBEAC5-53F6-4D45-8DF0-C4EC1378CDDD}" type="presParOf" srcId="{D12E3B98-668A-4827-95A3-65920B255DB1}" destId="{1AF49783-07ED-41C3-931F-E67135251CF0}" srcOrd="10" destOrd="0" presId="urn:microsoft.com/office/officeart/2008/layout/LinedList"/>
    <dgm:cxn modelId="{CD8668C4-B91B-4301-B113-F71B647DEB95}" type="presParOf" srcId="{1AF49783-07ED-41C3-931F-E67135251CF0}" destId="{81F722AA-E982-4018-A6AC-6B28F679409D}" srcOrd="0" destOrd="0" presId="urn:microsoft.com/office/officeart/2008/layout/LinedList"/>
    <dgm:cxn modelId="{3E574568-CC07-439B-8A69-2B45286B08BF}" type="presParOf" srcId="{1AF49783-07ED-41C3-931F-E67135251CF0}" destId="{B8509AA5-69C5-4CFC-94DE-0AD4EB6FF746}" srcOrd="1" destOrd="0" presId="urn:microsoft.com/office/officeart/2008/layout/LinedList"/>
    <dgm:cxn modelId="{BC23D42B-2269-4D38-8502-DB27DA6843E9}" type="presParOf" srcId="{1AF49783-07ED-41C3-931F-E67135251CF0}" destId="{6186A95B-A1EE-4C68-898C-4A0F6646990E}" srcOrd="2" destOrd="0" presId="urn:microsoft.com/office/officeart/2008/layout/LinedList"/>
    <dgm:cxn modelId="{B6B1CBD1-DEAC-4D15-9893-CD43C2F7B34B}" type="presParOf" srcId="{D12E3B98-668A-4827-95A3-65920B255DB1}" destId="{AA0FC3CC-3654-4C16-A1D1-054E4D164B18}" srcOrd="11" destOrd="0" presId="urn:microsoft.com/office/officeart/2008/layout/LinedList"/>
    <dgm:cxn modelId="{62237AB8-8163-4307-94A0-9B42F6CA1170}" type="presParOf" srcId="{D12E3B98-668A-4827-95A3-65920B255DB1}" destId="{468BAE88-3255-4531-9D50-650016F90331}" srcOrd="12" destOrd="0" presId="urn:microsoft.com/office/officeart/2008/layout/LinedList"/>
    <dgm:cxn modelId="{34A22D78-B8E5-4217-83E4-08355D9CD2C6}" type="presParOf" srcId="{D12E3B98-668A-4827-95A3-65920B255DB1}" destId="{14FD4B9D-5F10-45C2-83B6-588806C6F0C9}" srcOrd="13" destOrd="0" presId="urn:microsoft.com/office/officeart/2008/layout/LinedList"/>
    <dgm:cxn modelId="{5707C6EA-8E14-4EA9-BABC-B7BF52CD0F7C}" type="presParOf" srcId="{14FD4B9D-5F10-45C2-83B6-588806C6F0C9}" destId="{889CCDC9-9B2F-4918-91CD-9B60FDF8D346}" srcOrd="0" destOrd="0" presId="urn:microsoft.com/office/officeart/2008/layout/LinedList"/>
    <dgm:cxn modelId="{7AAFA34C-63A6-4E2B-8F5A-9AB416F94FE3}" type="presParOf" srcId="{14FD4B9D-5F10-45C2-83B6-588806C6F0C9}" destId="{5FED6344-691E-4276-9FD8-49A9645E5096}" srcOrd="1" destOrd="0" presId="urn:microsoft.com/office/officeart/2008/layout/LinedList"/>
    <dgm:cxn modelId="{5F81C5ED-B42A-41C3-8B8F-7A394308F096}" type="presParOf" srcId="{14FD4B9D-5F10-45C2-83B6-588806C6F0C9}" destId="{FF6D143B-DD5C-485F-BA1D-FDC0F69EB987}" srcOrd="2" destOrd="0" presId="urn:microsoft.com/office/officeart/2008/layout/LinedList"/>
    <dgm:cxn modelId="{E72B3C42-2CED-4D56-836F-43D74624D2AA}" type="presParOf" srcId="{D12E3B98-668A-4827-95A3-65920B255DB1}" destId="{A94346F7-EB9B-428F-96AE-DFFA6CC61D90}" srcOrd="14" destOrd="0" presId="urn:microsoft.com/office/officeart/2008/layout/LinedList"/>
    <dgm:cxn modelId="{9EC585C4-3A62-471B-92A7-72D4DDEB38B3}" type="presParOf" srcId="{D12E3B98-668A-4827-95A3-65920B255DB1}" destId="{0155C536-D492-4C9B-B984-6F5EFAF7A14A}" srcOrd="15" destOrd="0" presId="urn:microsoft.com/office/officeart/2008/layout/LinedList"/>
    <dgm:cxn modelId="{87D9165E-243F-40FF-BE7C-8822913336E6}" type="presParOf" srcId="{442D6258-2061-4635-8AA2-DB6CF988DA09}" destId="{FE8C7C86-8659-415C-9485-71E22D107F1F}" srcOrd="2" destOrd="0" presId="urn:microsoft.com/office/officeart/2008/layout/LinedList"/>
    <dgm:cxn modelId="{2EDC3FF1-C1F1-4FCB-AA8E-B92BEC743A84}" type="presParOf" srcId="{442D6258-2061-4635-8AA2-DB6CF988DA09}" destId="{253C0D51-33B6-4049-87DE-D67CD3BC7D7C}" srcOrd="3" destOrd="0" presId="urn:microsoft.com/office/officeart/2008/layout/LinedList"/>
    <dgm:cxn modelId="{7B8C1660-B665-4178-BC4F-77598807E9FB}" type="presParOf" srcId="{253C0D51-33B6-4049-87DE-D67CD3BC7D7C}" destId="{D25F72C1-DF00-476C-A7CA-4C6D1A69478B}" srcOrd="0" destOrd="0" presId="urn:microsoft.com/office/officeart/2008/layout/LinedList"/>
    <dgm:cxn modelId="{12C4F086-3585-4D2E-9351-2D952DE3B510}" type="presParOf" srcId="{253C0D51-33B6-4049-87DE-D67CD3BC7D7C}" destId="{B0D45EFE-9456-4AEB-9F74-352EFAB66141}" srcOrd="1" destOrd="0" presId="urn:microsoft.com/office/officeart/2008/layout/LinedList"/>
    <dgm:cxn modelId="{3D9F5A52-549E-45CE-9470-A9E9CCC7E381}" type="presParOf" srcId="{B0D45EFE-9456-4AEB-9F74-352EFAB66141}" destId="{E380C80D-B035-40BC-8B68-E567840036C9}" srcOrd="0" destOrd="0" presId="urn:microsoft.com/office/officeart/2008/layout/LinedList"/>
    <dgm:cxn modelId="{561252AB-0D06-44CE-AE8B-362BE03B32E4}" type="presParOf" srcId="{B0D45EFE-9456-4AEB-9F74-352EFAB66141}" destId="{CD33F76B-1F0F-44FB-AA9B-604162F25730}" srcOrd="1" destOrd="0" presId="urn:microsoft.com/office/officeart/2008/layout/LinedList"/>
    <dgm:cxn modelId="{98F9DDCF-0474-4EF6-BC5C-FAEE1869EE14}" type="presParOf" srcId="{CD33F76B-1F0F-44FB-AA9B-604162F25730}" destId="{CE8909BB-2319-4939-97DA-05C4B52C6C87}" srcOrd="0" destOrd="0" presId="urn:microsoft.com/office/officeart/2008/layout/LinedList"/>
    <dgm:cxn modelId="{F7646A76-7768-4F21-B031-3C88E488C248}" type="presParOf" srcId="{CD33F76B-1F0F-44FB-AA9B-604162F25730}" destId="{A026AC44-08F3-4598-90D6-B59394396DBC}" srcOrd="1" destOrd="0" presId="urn:microsoft.com/office/officeart/2008/layout/LinedList"/>
    <dgm:cxn modelId="{38511311-8FC4-4990-B0EC-544CB9C9BFED}" type="presParOf" srcId="{CD33F76B-1F0F-44FB-AA9B-604162F25730}" destId="{3529CF4C-2AFD-427A-91B4-48E85F8C4F29}" srcOrd="2" destOrd="0" presId="urn:microsoft.com/office/officeart/2008/layout/LinedList"/>
    <dgm:cxn modelId="{2C49DF6E-2C37-403B-842C-58675E9AD431}" type="presParOf" srcId="{B0D45EFE-9456-4AEB-9F74-352EFAB66141}" destId="{A45D328B-4293-4748-8C9F-AE242EF6C203}" srcOrd="2" destOrd="0" presId="urn:microsoft.com/office/officeart/2008/layout/LinedList"/>
    <dgm:cxn modelId="{88898E3F-9C23-460D-9D5E-A298C8DAB8CF}" type="presParOf" srcId="{B0D45EFE-9456-4AEB-9F74-352EFAB66141}" destId="{AA7BDFF3-0C1D-4184-A307-C9C03123D7F9}" srcOrd="3" destOrd="0" presId="urn:microsoft.com/office/officeart/2008/layout/LinedList"/>
    <dgm:cxn modelId="{0CD202B7-6893-4658-B82D-9D96D48C7117}" type="presParOf" srcId="{B0D45EFE-9456-4AEB-9F74-352EFAB66141}" destId="{656E6251-9D85-45EE-BF61-524298782FAB}" srcOrd="4" destOrd="0" presId="urn:microsoft.com/office/officeart/2008/layout/LinedList"/>
    <dgm:cxn modelId="{47BFAB49-1D91-448E-AAE8-9F7EFF6F4523}" type="presParOf" srcId="{656E6251-9D85-45EE-BF61-524298782FAB}" destId="{BD84A6AC-C042-47B5-AD60-147C9789E1C8}" srcOrd="0" destOrd="0" presId="urn:microsoft.com/office/officeart/2008/layout/LinedList"/>
    <dgm:cxn modelId="{330B8C3E-664B-4757-9626-12B3B44BEC67}" type="presParOf" srcId="{656E6251-9D85-45EE-BF61-524298782FAB}" destId="{FCFD3687-E0BC-4358-83CF-A86C351B4F6B}" srcOrd="1" destOrd="0" presId="urn:microsoft.com/office/officeart/2008/layout/LinedList"/>
    <dgm:cxn modelId="{7A60BE44-1724-4715-B863-DB1F439602DF}" type="presParOf" srcId="{656E6251-9D85-45EE-BF61-524298782FAB}" destId="{5A23AF6C-EC36-47F9-A832-BB6AD2C0ED39}" srcOrd="2" destOrd="0" presId="urn:microsoft.com/office/officeart/2008/layout/LinedList"/>
    <dgm:cxn modelId="{86767737-AAFF-4CD1-A5FF-2E25338D02BE}" type="presParOf" srcId="{B0D45EFE-9456-4AEB-9F74-352EFAB66141}" destId="{120294F8-9C03-4B76-AFCF-E0DF59A72725}" srcOrd="5" destOrd="0" presId="urn:microsoft.com/office/officeart/2008/layout/LinedList"/>
    <dgm:cxn modelId="{12171006-7EAF-4423-A35D-66CE1BD3E45F}" type="presParOf" srcId="{B0D45EFE-9456-4AEB-9F74-352EFAB66141}" destId="{1D351B16-FB72-4E85-B4B1-9CD07577627B}" srcOrd="6" destOrd="0" presId="urn:microsoft.com/office/officeart/2008/layout/LinedList"/>
    <dgm:cxn modelId="{C02F74CB-89D1-40AD-9E67-655F6EAEE91A}" type="presParOf" srcId="{B0D45EFE-9456-4AEB-9F74-352EFAB66141}" destId="{AD70CB89-B3F6-470F-94C2-9C41B0913B43}" srcOrd="7" destOrd="0" presId="urn:microsoft.com/office/officeart/2008/layout/LinedList"/>
    <dgm:cxn modelId="{5E17A024-C281-4952-8396-22F1C1FE65B7}" type="presParOf" srcId="{AD70CB89-B3F6-470F-94C2-9C41B0913B43}" destId="{5EC20FC9-07E1-4E51-980F-2EC59A2DBBA4}" srcOrd="0" destOrd="0" presId="urn:microsoft.com/office/officeart/2008/layout/LinedList"/>
    <dgm:cxn modelId="{CF7F6374-8D40-47F8-BA3B-9B4D096816DD}" type="presParOf" srcId="{AD70CB89-B3F6-470F-94C2-9C41B0913B43}" destId="{D5B4311A-4765-47F0-BCD3-92763FE7B3E4}" srcOrd="1" destOrd="0" presId="urn:microsoft.com/office/officeart/2008/layout/LinedList"/>
    <dgm:cxn modelId="{3AAB631F-B748-4472-932E-7CD59F51F521}" type="presParOf" srcId="{AD70CB89-B3F6-470F-94C2-9C41B0913B43}" destId="{D6C557A9-8C15-4955-8C6D-E4D68132C72B}" srcOrd="2" destOrd="0" presId="urn:microsoft.com/office/officeart/2008/layout/LinedList"/>
    <dgm:cxn modelId="{46A11C45-7A4A-48F0-882B-AED9AB041E98}" type="presParOf" srcId="{B0D45EFE-9456-4AEB-9F74-352EFAB66141}" destId="{C086C4D2-DD64-4FD5-9430-8944E8EC2532}" srcOrd="8" destOrd="0" presId="urn:microsoft.com/office/officeart/2008/layout/LinedList"/>
    <dgm:cxn modelId="{654C4C41-D1E9-4CFD-9C6A-BE6D108F0B8B}" type="presParOf" srcId="{B0D45EFE-9456-4AEB-9F74-352EFAB66141}" destId="{D603B3B7-AF41-41DD-8C71-697DC8E076C4}" srcOrd="9" destOrd="0" presId="urn:microsoft.com/office/officeart/2008/layout/LinedList"/>
    <dgm:cxn modelId="{B6FAF939-4817-49FB-AA13-63DCD9892C63}" type="presParOf" srcId="{B0D45EFE-9456-4AEB-9F74-352EFAB66141}" destId="{F32721FD-B680-40BB-8B65-D105435EEE9C}" srcOrd="10" destOrd="0" presId="urn:microsoft.com/office/officeart/2008/layout/LinedList"/>
    <dgm:cxn modelId="{A37D1A40-EE78-4F55-8AA4-05DB43C4F55E}" type="presParOf" srcId="{F32721FD-B680-40BB-8B65-D105435EEE9C}" destId="{A7565341-6454-4665-982E-2D97CF8F4C56}" srcOrd="0" destOrd="0" presId="urn:microsoft.com/office/officeart/2008/layout/LinedList"/>
    <dgm:cxn modelId="{1FD7D094-FF58-4E7A-A6F4-2CD5DADE0F97}" type="presParOf" srcId="{F32721FD-B680-40BB-8B65-D105435EEE9C}" destId="{09BB1299-2758-4E08-A80D-6D400F6F94FB}" srcOrd="1" destOrd="0" presId="urn:microsoft.com/office/officeart/2008/layout/LinedList"/>
    <dgm:cxn modelId="{8D15DF2C-FD8C-4D4C-80DB-4FAB84F4F058}" type="presParOf" srcId="{F32721FD-B680-40BB-8B65-D105435EEE9C}" destId="{06A87918-3CAA-4DB5-889D-6050C0C6F567}" srcOrd="2" destOrd="0" presId="urn:microsoft.com/office/officeart/2008/layout/LinedList"/>
    <dgm:cxn modelId="{7642E948-B95A-4E97-9476-957699A8E203}" type="presParOf" srcId="{B0D45EFE-9456-4AEB-9F74-352EFAB66141}" destId="{FC0DAAD0-2D6F-42D7-963E-73CA2F80799A}" srcOrd="11" destOrd="0" presId="urn:microsoft.com/office/officeart/2008/layout/LinedList"/>
    <dgm:cxn modelId="{67955904-31CE-492F-844F-6FCBFD9035DB}" type="presParOf" srcId="{B0D45EFE-9456-4AEB-9F74-352EFAB66141}" destId="{78BAFA6F-D95A-4EEE-9DE9-464331612871}" srcOrd="12" destOrd="0" presId="urn:microsoft.com/office/officeart/2008/layout/LinedList"/>
    <dgm:cxn modelId="{D78CA93C-4056-4276-B45C-352862A50FDA}" type="presParOf" srcId="{B0D45EFE-9456-4AEB-9F74-352EFAB66141}" destId="{A987D38E-875B-414E-9D70-48936BF714DE}" srcOrd="13" destOrd="0" presId="urn:microsoft.com/office/officeart/2008/layout/LinedList"/>
    <dgm:cxn modelId="{BF350DBB-6D58-47FC-99A5-B516E82AF8E2}" type="presParOf" srcId="{A987D38E-875B-414E-9D70-48936BF714DE}" destId="{06C5AFD8-1E25-4A40-B89A-1F37D289A97C}" srcOrd="0" destOrd="0" presId="urn:microsoft.com/office/officeart/2008/layout/LinedList"/>
    <dgm:cxn modelId="{83B26308-B5C1-400A-8312-0603EBAD1EC6}" type="presParOf" srcId="{A987D38E-875B-414E-9D70-48936BF714DE}" destId="{03A8B138-BA66-40F4-947C-FA7698EC955E}" srcOrd="1" destOrd="0" presId="urn:microsoft.com/office/officeart/2008/layout/LinedList"/>
    <dgm:cxn modelId="{F306D429-9996-4663-AF3D-C1AF9B195315}" type="presParOf" srcId="{A987D38E-875B-414E-9D70-48936BF714DE}" destId="{2B812C9F-A0F9-44A9-95A3-2E0DC3DF829D}" srcOrd="2" destOrd="0" presId="urn:microsoft.com/office/officeart/2008/layout/LinedList"/>
    <dgm:cxn modelId="{01B841BE-F6E9-449A-B980-5F98FE605981}" type="presParOf" srcId="{B0D45EFE-9456-4AEB-9F74-352EFAB66141}" destId="{D12EAFF7-7EDA-4520-8DCF-0C13C1AD0877}" srcOrd="14" destOrd="0" presId="urn:microsoft.com/office/officeart/2008/layout/LinedList"/>
    <dgm:cxn modelId="{3CA33DDC-E8FA-4D26-A90A-228A07BD0486}" type="presParOf" srcId="{B0D45EFE-9456-4AEB-9F74-352EFAB66141}" destId="{F3D69513-361D-41E4-ADC3-F47803938FDD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56D4A-7F00-430D-AFAC-E718342FF62A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E33EA-5E23-4FEB-9051-9DE459DCA6B0}">
      <dsp:nvSpPr>
        <dsp:cNvPr id="0" name=""/>
        <dsp:cNvSpPr/>
      </dsp:nvSpPr>
      <dsp:spPr>
        <a:xfrm>
          <a:off x="0" y="67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AI-based resume screening using ML algorithms</a:t>
          </a:r>
        </a:p>
      </dsp:txBody>
      <dsp:txXfrm>
        <a:off x="0" y="675"/>
        <a:ext cx="6291714" cy="789912"/>
      </dsp:txXfrm>
    </dsp:sp>
    <dsp:sp modelId="{AED3095A-E92C-4EBC-A329-442D2DF15CB7}">
      <dsp:nvSpPr>
        <dsp:cNvPr id="0" name=""/>
        <dsp:cNvSpPr/>
      </dsp:nvSpPr>
      <dsp:spPr>
        <a:xfrm>
          <a:off x="0" y="790587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AC81A-D969-481A-80F7-DB8BDEF62EE2}">
      <dsp:nvSpPr>
        <dsp:cNvPr id="0" name=""/>
        <dsp:cNvSpPr/>
      </dsp:nvSpPr>
      <dsp:spPr>
        <a:xfrm>
          <a:off x="0" y="79058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Filters candidates by job description, Category</a:t>
          </a:r>
        </a:p>
      </dsp:txBody>
      <dsp:txXfrm>
        <a:off x="0" y="790587"/>
        <a:ext cx="6291714" cy="789912"/>
      </dsp:txXfrm>
    </dsp:sp>
    <dsp:sp modelId="{7A8A2C8F-6D0F-45C4-A282-39292D50EB49}">
      <dsp:nvSpPr>
        <dsp:cNvPr id="0" name=""/>
        <dsp:cNvSpPr/>
      </dsp:nvSpPr>
      <dsp:spPr>
        <a:xfrm>
          <a:off x="0" y="1580499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B7171-DD72-4149-84E7-8835EF15A603}">
      <dsp:nvSpPr>
        <dsp:cNvPr id="0" name=""/>
        <dsp:cNvSpPr/>
      </dsp:nvSpPr>
      <dsp:spPr>
        <a:xfrm>
          <a:off x="0" y="1580499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Eliminates manual screening and reduces errors</a:t>
          </a:r>
        </a:p>
      </dsp:txBody>
      <dsp:txXfrm>
        <a:off x="0" y="1580499"/>
        <a:ext cx="6291714" cy="789912"/>
      </dsp:txXfrm>
    </dsp:sp>
    <dsp:sp modelId="{06DC7503-3FF9-4A20-BE3D-481B4435AC8F}">
      <dsp:nvSpPr>
        <dsp:cNvPr id="0" name=""/>
        <dsp:cNvSpPr/>
      </dsp:nvSpPr>
      <dsp:spPr>
        <a:xfrm>
          <a:off x="0" y="2370411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21E13-DFB4-4F59-8CE9-F55F2FD43AE6}">
      <dsp:nvSpPr>
        <dsp:cNvPr id="0" name=""/>
        <dsp:cNvSpPr/>
      </dsp:nvSpPr>
      <dsp:spPr>
        <a:xfrm>
          <a:off x="0" y="2370411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Minimizes HR workload and improves efficiency</a:t>
          </a:r>
        </a:p>
      </dsp:txBody>
      <dsp:txXfrm>
        <a:off x="0" y="2370411"/>
        <a:ext cx="6291714" cy="789912"/>
      </dsp:txXfrm>
    </dsp:sp>
    <dsp:sp modelId="{B38D1197-EE85-43DF-ABFA-50DB62925115}">
      <dsp:nvSpPr>
        <dsp:cNvPr id="0" name=""/>
        <dsp:cNvSpPr/>
      </dsp:nvSpPr>
      <dsp:spPr>
        <a:xfrm>
          <a:off x="0" y="3160323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8E3AF-145F-4329-B3CE-ACC4C5379A3E}">
      <dsp:nvSpPr>
        <dsp:cNvPr id="0" name=""/>
        <dsp:cNvSpPr/>
      </dsp:nvSpPr>
      <dsp:spPr>
        <a:xfrm>
          <a:off x="0" y="3160323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Enhances decision-making and hiring accuracy</a:t>
          </a:r>
        </a:p>
      </dsp:txBody>
      <dsp:txXfrm>
        <a:off x="0" y="3160323"/>
        <a:ext cx="6291714" cy="789912"/>
      </dsp:txXfrm>
    </dsp:sp>
    <dsp:sp modelId="{ABF1444E-A94E-476A-863D-799D0ACBA932}">
      <dsp:nvSpPr>
        <dsp:cNvPr id="0" name=""/>
        <dsp:cNvSpPr/>
      </dsp:nvSpPr>
      <dsp:spPr>
        <a:xfrm>
          <a:off x="0" y="395023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7EED7-6CB3-4DB3-8C11-927DE86D3B4A}">
      <dsp:nvSpPr>
        <dsp:cNvPr id="0" name=""/>
        <dsp:cNvSpPr/>
      </dsp:nvSpPr>
      <dsp:spPr>
        <a:xfrm>
          <a:off x="0" y="395023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Answers FAQs and guides new hires on policies</a:t>
          </a:r>
        </a:p>
      </dsp:txBody>
      <dsp:txXfrm>
        <a:off x="0" y="3950235"/>
        <a:ext cx="6291714" cy="789912"/>
      </dsp:txXfrm>
    </dsp:sp>
    <dsp:sp modelId="{7CFB9A76-B139-420F-8105-B3D4009EB5B9}">
      <dsp:nvSpPr>
        <dsp:cNvPr id="0" name=""/>
        <dsp:cNvSpPr/>
      </dsp:nvSpPr>
      <dsp:spPr>
        <a:xfrm>
          <a:off x="0" y="4740147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7AA80-3C46-4DE7-A9B6-C104D6ED3BDF}">
      <dsp:nvSpPr>
        <dsp:cNvPr id="0" name=""/>
        <dsp:cNvSpPr/>
      </dsp:nvSpPr>
      <dsp:spPr>
        <a:xfrm>
          <a:off x="0" y="474014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Chatbot for onboarding support</a:t>
          </a:r>
        </a:p>
      </dsp:txBody>
      <dsp:txXfrm>
        <a:off x="0" y="4740147"/>
        <a:ext cx="6291714" cy="7899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857135-CF9F-496E-930E-3B8DA3A1443A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Eliminate null values for data reliability</a:t>
          </a:r>
        </a:p>
      </dsp:txBody>
      <dsp:txXfrm>
        <a:off x="3080" y="1765067"/>
        <a:ext cx="2444055" cy="2053006"/>
      </dsp:txXfrm>
    </dsp:sp>
    <dsp:sp modelId="{3CAB42C7-3006-4600-BC91-F7A31B9DAD9B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B213D6C0-D41D-4720-8C90-C9B8466DC0EE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accent2">
              <a:hueOff val="-207909"/>
              <a:satOff val="-11990"/>
              <a:lumOff val="12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D9BFF-E056-4475-A5BB-723DFBE9C2BA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Remove duplicate entries to reduce bias</a:t>
          </a:r>
        </a:p>
      </dsp:txBody>
      <dsp:txXfrm>
        <a:off x="2691541" y="1765067"/>
        <a:ext cx="2444055" cy="2053006"/>
      </dsp:txXfrm>
    </dsp:sp>
    <dsp:sp modelId="{248BE10D-4F58-41EF-9AD7-540DF127D7C7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accent2">
              <a:hueOff val="-415818"/>
              <a:satOff val="-23979"/>
              <a:lumOff val="24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A174753A-68DA-4F87-93AA-56E107411E74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accent2">
              <a:hueOff val="-623727"/>
              <a:satOff val="-35969"/>
              <a:lumOff val="36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45A7D-E26C-4B9A-AA66-5925E6FD6C8F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Apply tokenization to break text into meaningful units</a:t>
          </a:r>
        </a:p>
      </dsp:txBody>
      <dsp:txXfrm>
        <a:off x="5380002" y="1765067"/>
        <a:ext cx="2444055" cy="2053006"/>
      </dsp:txXfrm>
    </dsp:sp>
    <dsp:sp modelId="{F6973F41-CD05-41FF-959A-D645FD5708CF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accent2">
              <a:hueOff val="-831636"/>
              <a:satOff val="-47959"/>
              <a:lumOff val="49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EC6A193C-40AF-49E2-8136-F70BC74F8CBC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accent2">
              <a:hueOff val="-1039545"/>
              <a:satOff val="-59949"/>
              <a:lumOff val="6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28928-3C17-4BA8-AB3F-5828C727A78B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Result: </a:t>
          </a:r>
          <a:r>
            <a:rPr lang="en-US" sz="1900" kern="1200"/>
            <a:t>Clean, structured, high-quality data for accurate AI model training.</a:t>
          </a:r>
        </a:p>
      </dsp:txBody>
      <dsp:txXfrm>
        <a:off x="8068463" y="1765067"/>
        <a:ext cx="2444055" cy="2053006"/>
      </dsp:txXfrm>
    </dsp:sp>
    <dsp:sp modelId="{A8652001-BDD9-406B-918E-DF0D059AD77F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accent2">
              <a:hueOff val="-1247454"/>
              <a:satOff val="-71938"/>
              <a:lumOff val="73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5160EC4E-F06C-4984-B1F1-5635608A03B6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9E2E3-63D6-4A1D-B14D-6DB0AA6C960F}">
      <dsp:nvSpPr>
        <dsp:cNvPr id="0" name=""/>
        <dsp:cNvSpPr/>
      </dsp:nvSpPr>
      <dsp:spPr>
        <a:xfrm>
          <a:off x="947201" y="646709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5DECC-6323-412B-8228-A008AA7117AE}">
      <dsp:nvSpPr>
        <dsp:cNvPr id="0" name=""/>
        <dsp:cNvSpPr/>
      </dsp:nvSpPr>
      <dsp:spPr>
        <a:xfrm>
          <a:off x="59990" y="2533595"/>
          <a:ext cx="3226223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ML model ranks resumes based on Job Description &amp; Category</a:t>
          </a:r>
        </a:p>
      </dsp:txBody>
      <dsp:txXfrm>
        <a:off x="59990" y="2533595"/>
        <a:ext cx="3226223" cy="1012500"/>
      </dsp:txXfrm>
    </dsp:sp>
    <dsp:sp modelId="{1B5B9C6E-34ED-429A-8E2A-DF6B79FF4421}">
      <dsp:nvSpPr>
        <dsp:cNvPr id="0" name=""/>
        <dsp:cNvSpPr/>
      </dsp:nvSpPr>
      <dsp:spPr>
        <a:xfrm>
          <a:off x="4738014" y="646709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FFDAE-6360-421E-9193-34788322DA52}">
      <dsp:nvSpPr>
        <dsp:cNvPr id="0" name=""/>
        <dsp:cNvSpPr/>
      </dsp:nvSpPr>
      <dsp:spPr>
        <a:xfrm>
          <a:off x="3850802" y="2533595"/>
          <a:ext cx="3226223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Trained on historical resume data using NLP to extract relevant features</a:t>
          </a:r>
        </a:p>
      </dsp:txBody>
      <dsp:txXfrm>
        <a:off x="3850802" y="2533595"/>
        <a:ext cx="3226223" cy="1012500"/>
      </dsp:txXfrm>
    </dsp:sp>
    <dsp:sp modelId="{C29BEE20-CDD0-4C32-9FE3-87273FA46160}">
      <dsp:nvSpPr>
        <dsp:cNvPr id="0" name=""/>
        <dsp:cNvSpPr/>
      </dsp:nvSpPr>
      <dsp:spPr>
        <a:xfrm>
          <a:off x="8528826" y="646709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CF60A-B268-4A3A-9D8C-42A0307F26C2}">
      <dsp:nvSpPr>
        <dsp:cNvPr id="0" name=""/>
        <dsp:cNvSpPr/>
      </dsp:nvSpPr>
      <dsp:spPr>
        <a:xfrm>
          <a:off x="7641615" y="2533595"/>
          <a:ext cx="3226223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Model is iteratively refined for improved ranking accuracy</a:t>
          </a:r>
        </a:p>
      </dsp:txBody>
      <dsp:txXfrm>
        <a:off x="7641615" y="2533595"/>
        <a:ext cx="3226223" cy="1012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E5C60-8EC2-4445-8655-96465D9D5D22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F6EAE-0576-437B-BA7B-974D06618C14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5A5B7-4364-4104-9DB0-87FE7683260F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Automated resume shortlisting system</a:t>
          </a:r>
        </a:p>
      </dsp:txBody>
      <dsp:txXfrm>
        <a:off x="1357965" y="2319"/>
        <a:ext cx="4887299" cy="1175727"/>
      </dsp:txXfrm>
    </dsp:sp>
    <dsp:sp modelId="{8F0C74C8-70E6-4E81-886F-5BCBFCFC79DB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F5DC4-49AA-4E4D-AFD9-4A9997BB14D7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AE66B-0876-49E8-9E88-B0562C9A9EF3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NLP-enabled chatbot for HR-related queries</a:t>
          </a:r>
        </a:p>
      </dsp:txBody>
      <dsp:txXfrm>
        <a:off x="1357965" y="1471979"/>
        <a:ext cx="4887299" cy="1175727"/>
      </dsp:txXfrm>
    </dsp:sp>
    <dsp:sp modelId="{9A352A2F-6E27-436F-9589-03F4DEFC588A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2D909-746B-443B-BB8F-15C49464264C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310C41-61AE-4B00-BB56-A751530FECC4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Streamlined and error-free hiring workflow</a:t>
          </a:r>
        </a:p>
      </dsp:txBody>
      <dsp:txXfrm>
        <a:off x="1357965" y="2941639"/>
        <a:ext cx="4887299" cy="1175727"/>
      </dsp:txXfrm>
    </dsp:sp>
    <dsp:sp modelId="{DC00BDAE-359C-46C2-A5C1-7EC9CAECA390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FBA13-D584-44C1-95F4-7AFB5F3EFF91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92074-1E11-49C4-AB5B-985B737B44B8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Time-saving automation tools</a:t>
          </a:r>
        </a:p>
      </dsp:txBody>
      <dsp:txXfrm>
        <a:off x="1357965" y="4411299"/>
        <a:ext cx="4887299" cy="11757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859B0-4839-4F3E-B20F-AE30BAFF0C15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BDD76-7787-49CD-8FB9-61D28AE08B0B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HR teams – faster applicant filtering</a:t>
          </a:r>
        </a:p>
      </dsp:txBody>
      <dsp:txXfrm>
        <a:off x="299702" y="1282093"/>
        <a:ext cx="2200851" cy="1366505"/>
      </dsp:txXfrm>
    </dsp:sp>
    <dsp:sp modelId="{D49346D9-1CBD-4917-8065-365AF0715B20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CEAEC-62CB-4FE2-8E46-84CA05C40A4A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Job applicants – quick query resolution</a:t>
          </a:r>
        </a:p>
      </dsp:txBody>
      <dsp:txXfrm>
        <a:off x="3093555" y="1282093"/>
        <a:ext cx="2200851" cy="1366505"/>
      </dsp:txXfrm>
    </dsp:sp>
    <dsp:sp modelId="{93555C04-852A-4307-AF7C-D11E1E63ED58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1A58F-0837-46AF-870A-E7825F236698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New employees – smoother onboarding</a:t>
          </a:r>
        </a:p>
      </dsp:txBody>
      <dsp:txXfrm>
        <a:off x="5887408" y="1282093"/>
        <a:ext cx="2200851" cy="1366505"/>
      </dsp:txXfrm>
    </dsp:sp>
    <dsp:sp modelId="{2EBB9F33-60E1-4E40-9D0E-F9AD53F3DED1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4FBC23-C4A6-4A1F-8EF1-268E98D5CD0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Organizations – improved hiring efficiency</a:t>
          </a:r>
        </a:p>
      </dsp:txBody>
      <dsp:txXfrm>
        <a:off x="8681261" y="1282093"/>
        <a:ext cx="2200851" cy="13665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64744F-3247-4ECF-945C-F99BA99ADAF9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A5291-6D4D-42FD-B56C-67AB46C6CC84}">
      <dsp:nvSpPr>
        <dsp:cNvPr id="0" name=""/>
        <dsp:cNvSpPr/>
      </dsp:nvSpPr>
      <dsp:spPr>
        <a:xfrm>
          <a:off x="0" y="0"/>
          <a:ext cx="2103120" cy="3143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DATA DESCRIPTION</a:t>
          </a:r>
          <a:endParaRPr lang="en-US" sz="2600" kern="1200"/>
        </a:p>
      </dsp:txBody>
      <dsp:txXfrm>
        <a:off x="0" y="0"/>
        <a:ext cx="2103120" cy="3143930"/>
      </dsp:txXfrm>
    </dsp:sp>
    <dsp:sp modelId="{A0054871-BFA7-4AD6-8691-34EC73CBAB1F}">
      <dsp:nvSpPr>
        <dsp:cNvPr id="0" name=""/>
        <dsp:cNvSpPr/>
      </dsp:nvSpPr>
      <dsp:spPr>
        <a:xfrm>
          <a:off x="2260854" y="29627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"Category" and "Resume" columns</a:t>
          </a:r>
        </a:p>
      </dsp:txBody>
      <dsp:txXfrm>
        <a:off x="2260854" y="29627"/>
        <a:ext cx="8254746" cy="592557"/>
      </dsp:txXfrm>
    </dsp:sp>
    <dsp:sp modelId="{1C844CCE-FE18-420E-BF25-43863E8A66E6}">
      <dsp:nvSpPr>
        <dsp:cNvPr id="0" name=""/>
        <dsp:cNvSpPr/>
      </dsp:nvSpPr>
      <dsp:spPr>
        <a:xfrm>
          <a:off x="2103120" y="62218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6087A-1E07-4A2A-893B-71382DB02160}">
      <dsp:nvSpPr>
        <dsp:cNvPr id="0" name=""/>
        <dsp:cNvSpPr/>
      </dsp:nvSpPr>
      <dsp:spPr>
        <a:xfrm>
          <a:off x="2260854" y="651812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NLP Preprocessing (cleaning, tokenization)</a:t>
          </a:r>
        </a:p>
      </dsp:txBody>
      <dsp:txXfrm>
        <a:off x="2260854" y="651812"/>
        <a:ext cx="8254746" cy="592557"/>
      </dsp:txXfrm>
    </dsp:sp>
    <dsp:sp modelId="{EF285137-2A48-45A0-8DDE-862B3D8C7297}">
      <dsp:nvSpPr>
        <dsp:cNvPr id="0" name=""/>
        <dsp:cNvSpPr/>
      </dsp:nvSpPr>
      <dsp:spPr>
        <a:xfrm>
          <a:off x="2103120" y="124437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E25E71-EE17-49DF-8142-03C49FAEC74F}">
      <dsp:nvSpPr>
        <dsp:cNvPr id="0" name=""/>
        <dsp:cNvSpPr/>
      </dsp:nvSpPr>
      <dsp:spPr>
        <a:xfrm>
          <a:off x="2260854" y="1273998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TF-IDF vectorization</a:t>
          </a:r>
        </a:p>
      </dsp:txBody>
      <dsp:txXfrm>
        <a:off x="2260854" y="1273998"/>
        <a:ext cx="8254746" cy="592557"/>
      </dsp:txXfrm>
    </dsp:sp>
    <dsp:sp modelId="{CA00FE25-486B-44B3-A71C-BA9C31966787}">
      <dsp:nvSpPr>
        <dsp:cNvPr id="0" name=""/>
        <dsp:cNvSpPr/>
      </dsp:nvSpPr>
      <dsp:spPr>
        <a:xfrm>
          <a:off x="2103120" y="186655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509AA5-69C5-4CFC-94DE-0AD4EB6FF746}">
      <dsp:nvSpPr>
        <dsp:cNvPr id="0" name=""/>
        <dsp:cNvSpPr/>
      </dsp:nvSpPr>
      <dsp:spPr>
        <a:xfrm>
          <a:off x="2260854" y="1896183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Label Encoding</a:t>
          </a:r>
        </a:p>
      </dsp:txBody>
      <dsp:txXfrm>
        <a:off x="2260854" y="1896183"/>
        <a:ext cx="8254746" cy="592557"/>
      </dsp:txXfrm>
    </dsp:sp>
    <dsp:sp modelId="{AA0FC3CC-3654-4C16-A1D1-054E4D164B18}">
      <dsp:nvSpPr>
        <dsp:cNvPr id="0" name=""/>
        <dsp:cNvSpPr/>
      </dsp:nvSpPr>
      <dsp:spPr>
        <a:xfrm>
          <a:off x="2103120" y="248874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ED6344-691E-4276-9FD8-49A9645E5096}">
      <dsp:nvSpPr>
        <dsp:cNvPr id="0" name=""/>
        <dsp:cNvSpPr/>
      </dsp:nvSpPr>
      <dsp:spPr>
        <a:xfrm>
          <a:off x="2260854" y="2518368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Final structured dataset</a:t>
          </a:r>
        </a:p>
      </dsp:txBody>
      <dsp:txXfrm>
        <a:off x="2260854" y="2518368"/>
        <a:ext cx="8254746" cy="592557"/>
      </dsp:txXfrm>
    </dsp:sp>
    <dsp:sp modelId="{A94346F7-EB9B-428F-96AE-DFFA6CC61D90}">
      <dsp:nvSpPr>
        <dsp:cNvPr id="0" name=""/>
        <dsp:cNvSpPr/>
      </dsp:nvSpPr>
      <dsp:spPr>
        <a:xfrm>
          <a:off x="2103120" y="311092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C7C86-8659-415C-9485-71E22D107F1F}">
      <dsp:nvSpPr>
        <dsp:cNvPr id="0" name=""/>
        <dsp:cNvSpPr/>
      </dsp:nvSpPr>
      <dsp:spPr>
        <a:xfrm>
          <a:off x="0" y="314393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F72C1-DF00-476C-A7CA-4C6D1A69478B}">
      <dsp:nvSpPr>
        <dsp:cNvPr id="0" name=""/>
        <dsp:cNvSpPr/>
      </dsp:nvSpPr>
      <dsp:spPr>
        <a:xfrm>
          <a:off x="0" y="3143930"/>
          <a:ext cx="2103120" cy="3143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FEATURE EXTRACTION</a:t>
          </a:r>
          <a:endParaRPr lang="en-US" sz="2600" kern="1200"/>
        </a:p>
      </dsp:txBody>
      <dsp:txXfrm>
        <a:off x="0" y="3143930"/>
        <a:ext cx="2103120" cy="3143930"/>
      </dsp:txXfrm>
    </dsp:sp>
    <dsp:sp modelId="{A026AC44-08F3-4598-90D6-B59394396DBC}">
      <dsp:nvSpPr>
        <dsp:cNvPr id="0" name=""/>
        <dsp:cNvSpPr/>
      </dsp:nvSpPr>
      <dsp:spPr>
        <a:xfrm>
          <a:off x="2260854" y="3173558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Used for resume classification by job type</a:t>
          </a:r>
        </a:p>
      </dsp:txBody>
      <dsp:txXfrm>
        <a:off x="2260854" y="3173558"/>
        <a:ext cx="8254746" cy="592557"/>
      </dsp:txXfrm>
    </dsp:sp>
    <dsp:sp modelId="{A45D328B-4293-4748-8C9F-AE242EF6C203}">
      <dsp:nvSpPr>
        <dsp:cNvPr id="0" name=""/>
        <dsp:cNvSpPr/>
      </dsp:nvSpPr>
      <dsp:spPr>
        <a:xfrm>
          <a:off x="2103120" y="376611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D3687-E0BC-4358-83CF-A86C351B4F6B}">
      <dsp:nvSpPr>
        <dsp:cNvPr id="0" name=""/>
        <dsp:cNvSpPr/>
      </dsp:nvSpPr>
      <dsp:spPr>
        <a:xfrm>
          <a:off x="2260854" y="3795743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Used for resume classification by job type</a:t>
          </a:r>
        </a:p>
      </dsp:txBody>
      <dsp:txXfrm>
        <a:off x="2260854" y="3795743"/>
        <a:ext cx="8254746" cy="592557"/>
      </dsp:txXfrm>
    </dsp:sp>
    <dsp:sp modelId="{120294F8-9C03-4B76-AFCF-E0DF59A72725}">
      <dsp:nvSpPr>
        <dsp:cNvPr id="0" name=""/>
        <dsp:cNvSpPr/>
      </dsp:nvSpPr>
      <dsp:spPr>
        <a:xfrm>
          <a:off x="2103120" y="438830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B4311A-4765-47F0-BCD3-92763FE7B3E4}">
      <dsp:nvSpPr>
        <dsp:cNvPr id="0" name=""/>
        <dsp:cNvSpPr/>
      </dsp:nvSpPr>
      <dsp:spPr>
        <a:xfrm>
          <a:off x="2260854" y="4417928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Translates text into machine-readable features</a:t>
          </a:r>
        </a:p>
      </dsp:txBody>
      <dsp:txXfrm>
        <a:off x="2260854" y="4417928"/>
        <a:ext cx="8254746" cy="592557"/>
      </dsp:txXfrm>
    </dsp:sp>
    <dsp:sp modelId="{C086C4D2-DD64-4FD5-9430-8944E8EC2532}">
      <dsp:nvSpPr>
        <dsp:cNvPr id="0" name=""/>
        <dsp:cNvSpPr/>
      </dsp:nvSpPr>
      <dsp:spPr>
        <a:xfrm>
          <a:off x="2103120" y="501048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BB1299-2758-4E08-A80D-6D400F6F94FB}">
      <dsp:nvSpPr>
        <dsp:cNvPr id="0" name=""/>
        <dsp:cNvSpPr/>
      </dsp:nvSpPr>
      <dsp:spPr>
        <a:xfrm>
          <a:off x="2260854" y="5040113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Makes category labels usable for ML models</a:t>
          </a:r>
        </a:p>
      </dsp:txBody>
      <dsp:txXfrm>
        <a:off x="2260854" y="5040113"/>
        <a:ext cx="8254746" cy="592557"/>
      </dsp:txXfrm>
    </dsp:sp>
    <dsp:sp modelId="{FC0DAAD0-2D6F-42D7-963E-73CA2F80799A}">
      <dsp:nvSpPr>
        <dsp:cNvPr id="0" name=""/>
        <dsp:cNvSpPr/>
      </dsp:nvSpPr>
      <dsp:spPr>
        <a:xfrm>
          <a:off x="2103120" y="563267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8B138-BA66-40F4-947C-FA7698EC955E}">
      <dsp:nvSpPr>
        <dsp:cNvPr id="0" name=""/>
        <dsp:cNvSpPr/>
      </dsp:nvSpPr>
      <dsp:spPr>
        <a:xfrm>
          <a:off x="2260854" y="5662298"/>
          <a:ext cx="8254746" cy="59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Enables resume screening, classification, matching</a:t>
          </a:r>
        </a:p>
      </dsp:txBody>
      <dsp:txXfrm>
        <a:off x="2260854" y="5662298"/>
        <a:ext cx="8254746" cy="592557"/>
      </dsp:txXfrm>
    </dsp:sp>
    <dsp:sp modelId="{D12EAFF7-7EDA-4520-8DCF-0C13C1AD0877}">
      <dsp:nvSpPr>
        <dsp:cNvPr id="0" name=""/>
        <dsp:cNvSpPr/>
      </dsp:nvSpPr>
      <dsp:spPr>
        <a:xfrm>
          <a:off x="2103120" y="625485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8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1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1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4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7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6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0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1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18C5A-B26D-451D-BBAC-91690EA95A9A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2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05808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HR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78583"/>
            <a:ext cx="9144000" cy="45561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FYP Defense Presentation By BSCS-F24-020</a:t>
            </a:r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297180"/>
            <a:ext cx="4048125" cy="11430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B6CB03-F24D-37AB-E5F2-66A7BC2DA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67415"/>
              </p:ext>
            </p:extLst>
          </p:nvPr>
        </p:nvGraphicFramePr>
        <p:xfrm>
          <a:off x="2942095" y="3757472"/>
          <a:ext cx="630781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551">
                  <a:extLst>
                    <a:ext uri="{9D8B030D-6E8A-4147-A177-3AD203B41FA5}">
                      <a16:colId xmlns:a16="http://schemas.microsoft.com/office/drawing/2014/main" val="3664975918"/>
                    </a:ext>
                  </a:extLst>
                </a:gridCol>
                <a:gridCol w="3370259">
                  <a:extLst>
                    <a:ext uri="{9D8B030D-6E8A-4147-A177-3AD203B41FA5}">
                      <a16:colId xmlns:a16="http://schemas.microsoft.com/office/drawing/2014/main" val="1018345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ENROLLMENT NUMER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358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03-134212-066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Muhammad Mughees Ahmed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44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03-134212-067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Muhammad Owaim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106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03-134212-096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Wajeeha Khan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530538"/>
                  </a:ext>
                </a:extLst>
              </a:tr>
            </a:tbl>
          </a:graphicData>
        </a:graphic>
      </p:graphicFrame>
      <p:sp>
        <p:nvSpPr>
          <p:cNvPr id="12" name="Subtitle 2">
            <a:extLst>
              <a:ext uri="{FF2B5EF4-FFF2-40B4-BE49-F238E27FC236}">
                <a16:creationId xmlns:a16="http://schemas.microsoft.com/office/drawing/2014/main" id="{60FACEA8-BE61-7626-3722-0DAB13B60C5C}"/>
              </a:ext>
            </a:extLst>
          </p:cNvPr>
          <p:cNvSpPr txBox="1">
            <a:spLocks/>
          </p:cNvSpPr>
          <p:nvPr/>
        </p:nvSpPr>
        <p:spPr>
          <a:xfrm>
            <a:off x="1518062" y="5743554"/>
            <a:ext cx="9144000" cy="4556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Supervisor : Muhammad Mudassar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01E4-CF76-4715-1EF5-5F2C24E4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 Mapping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01301B-86A2-2251-4679-0F46D709E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211868"/>
              </p:ext>
            </p:extLst>
          </p:nvPr>
        </p:nvGraphicFramePr>
        <p:xfrm>
          <a:off x="535214" y="1895928"/>
          <a:ext cx="11265314" cy="4600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0031">
                  <a:extLst>
                    <a:ext uri="{9D8B030D-6E8A-4147-A177-3AD203B41FA5}">
                      <a16:colId xmlns:a16="http://schemas.microsoft.com/office/drawing/2014/main" val="1414600277"/>
                    </a:ext>
                  </a:extLst>
                </a:gridCol>
                <a:gridCol w="3236025">
                  <a:extLst>
                    <a:ext uri="{9D8B030D-6E8A-4147-A177-3AD203B41FA5}">
                      <a16:colId xmlns:a16="http://schemas.microsoft.com/office/drawing/2014/main" val="1395363239"/>
                    </a:ext>
                  </a:extLst>
                </a:gridCol>
                <a:gridCol w="7279258">
                  <a:extLst>
                    <a:ext uri="{9D8B030D-6E8A-4147-A177-3AD203B41FA5}">
                      <a16:colId xmlns:a16="http://schemas.microsoft.com/office/drawing/2014/main" val="513562264"/>
                    </a:ext>
                  </a:extLst>
                </a:gridCol>
              </a:tblGrid>
              <a:tr h="3773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CLO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PLO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Description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596387057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CLO1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D2DEEF"/>
                          </a:highlight>
                        </a:rPr>
                        <a:t>PLO3:Problem Analysis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D2DEEF"/>
                          </a:highlight>
                        </a:rPr>
                        <a:t>Analyze the given problem to propose a computing-based solution.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3319985262"/>
                  </a:ext>
                </a:extLst>
              </a:tr>
              <a:tr h="7869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CLO2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EAEFF7"/>
                          </a:highlight>
                        </a:rPr>
                        <a:t>PLO4:Design and Development of Solutions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EAEFF7"/>
                          </a:highlight>
                        </a:rPr>
                        <a:t>Design and develop computing solutions to complex computing problems.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1096405850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CLO3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D2DEEF"/>
                          </a:highlight>
                        </a:rPr>
                        <a:t>PLO5:Modern Tool Usage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D2DEEF"/>
                          </a:highlight>
                        </a:rPr>
                        <a:t>Demonstrate the ability to use modern tools to solve the given problem.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4151319833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CLO4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EAEFF7"/>
                          </a:highlight>
                        </a:rPr>
                        <a:t>PLO6:Individual and Team Work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EAEFF7"/>
                          </a:highlight>
                        </a:rPr>
                        <a:t>Demonstrate the ability to work effectively as an individual and a team member.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1188056806"/>
                  </a:ext>
                </a:extLst>
              </a:tr>
              <a:tr h="7869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CLO5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D2DEEF"/>
                          </a:highlight>
                        </a:rPr>
                        <a:t>PLO10:Life Long Learning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D2DEEF"/>
                          </a:highlight>
                        </a:rPr>
                        <a:t>Understand the significance of broader aspects of innovation, potential legal implications, and development.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457111075"/>
                  </a:ext>
                </a:extLst>
              </a:tr>
              <a:tr h="9419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5B9BD5"/>
                          </a:highlight>
                        </a:rPr>
                        <a:t>CLO6</a:t>
                      </a:r>
                      <a:endParaRPr lang="en-US" sz="1100" kern="100" dirty="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EAEFF7"/>
                          </a:highlight>
                        </a:rPr>
                        <a:t>PLO7:Communication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EAEFF7"/>
                          </a:highlight>
                        </a:rPr>
                        <a:t>Demonstrate effective skills in verbal and written communication during presentations, discussions, and reports.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268775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67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0176" y="1617033"/>
            <a:ext cx="4977976" cy="14540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/>
                <a:cs typeface="Times New Roman"/>
              </a:rPr>
              <a:t>ABSTRACT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Graphic 7" descr="Robot">
            <a:extLst>
              <a:ext uri="{FF2B5EF4-FFF2-40B4-BE49-F238E27FC236}">
                <a16:creationId xmlns:a16="http://schemas.microsoft.com/office/drawing/2014/main" id="{F99EECCC-C5C4-EFE5-E59F-B19146FC2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HR System leverages NLP, machine learning, and real-time analytics to streamline recruitment, scoring candidates based on relevance and automating communication. It enhances hiring quality, reduces bias, and equips HR with predictive insights for strategic workforce planning.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8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822" y="6176304"/>
            <a:ext cx="1985264" cy="560545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DDEB389-DB6E-FA41-4A09-F05E9E23C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547194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210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3D794-9E99-CC83-CD98-9536CE58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B8AB7-A387-22F0-368D-E1C079DE0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This AI-powered HR platform streamlines recruitment by using NLP and ML to rank resumes, onboard employees via smart chatbots, and automate record management. It enhances decision-making with predictive analytics and scalable, modular architecture for strategic workforce planning.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dirty="0">
                <a:solidFill>
                  <a:schemeClr val="accent6"/>
                </a:solidFill>
                <a:ea typeface="+mn-lt"/>
                <a:cs typeface="+mn-lt"/>
              </a:rPr>
              <a:t>No such FYP attempted in BULC.</a:t>
            </a:r>
            <a:endParaRPr lang="en-US" sz="2400" dirty="0">
              <a:solidFill>
                <a:schemeClr val="accent6"/>
              </a:solidFill>
            </a:endParaRPr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E2E8ECF4-BCF3-833A-269E-1A3BBB0BC1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69" r="5639" b="-1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413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D3E48-9A84-7BAD-4494-25B13199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B1649-7964-5FED-3ADE-4C2AB2B18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recruitment is time-consuming and error-prone, with HR burdened by high application volumes and repetitive queries. Manual onboarding and record management lack efficiency, while limited data visibility hinders strategic workforce planning.</a:t>
            </a:r>
          </a:p>
        </p:txBody>
      </p:sp>
    </p:spTree>
    <p:extLst>
      <p:ext uri="{BB962C8B-B14F-4D97-AF65-F5344CB8AC3E}">
        <p14:creationId xmlns:p14="http://schemas.microsoft.com/office/powerpoint/2010/main" val="202661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4DFDC-5936-B8D3-ECC8-5AEF492BD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E67C0-DCA3-3E71-CE22-6FEE8D5D4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AI/ML-powered resume screening with NLP and supervised learning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chatbot for 24/7 support and automated onboarding workflows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with full CRUD capabilities and audit logging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dashboards for insights, predictive analytics, and planning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Cloud-native, scalable platform with modular AI services</a:t>
            </a:r>
          </a:p>
        </p:txBody>
      </p:sp>
    </p:spTree>
    <p:extLst>
      <p:ext uri="{BB962C8B-B14F-4D97-AF65-F5344CB8AC3E}">
        <p14:creationId xmlns:p14="http://schemas.microsoft.com/office/powerpoint/2010/main" val="161420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D85E3-F5F7-485C-3748-CAE11CC8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>
                <a:latin typeface="Times New Roman" panose="02020603050405020304" pitchFamily="18" charset="0"/>
                <a:cs typeface="Times New Roman" panose="02020603050405020304" pitchFamily="18" charset="0"/>
              </a:rPr>
              <a:t>ASSUMPTION FOR REFINING SCOPE BOUNDARY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09365-F980-06A3-498C-462BCEFDC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Resumes and job descriptions are in digital text formats (DOCX)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HR policies and FAQs are provided for chatbot training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HR systems can integrate or coexist with this platform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agree on role-based access and data privacy protocols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models are trained on organization-specific historical data</a:t>
            </a:r>
          </a:p>
        </p:txBody>
      </p:sp>
    </p:spTree>
    <p:extLst>
      <p:ext uri="{BB962C8B-B14F-4D97-AF65-F5344CB8AC3E}">
        <p14:creationId xmlns:p14="http://schemas.microsoft.com/office/powerpoint/2010/main" val="289432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E5B88-11C6-579A-B721-36354AA2D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22" y="1967265"/>
            <a:ext cx="3499103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b="1" dirty="0">
                <a:solidFill>
                  <a:srgbClr val="FFFFFF"/>
                </a:solidFill>
                <a:latin typeface="Times New Roman"/>
                <a:cs typeface="Times New Roman"/>
              </a:rPr>
              <a:t>METHODOLOGY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C4E7F3-5D46-E537-C373-2F2D84B4570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1380" y="-1339"/>
            <a:ext cx="4835403" cy="685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08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CA0A-24CC-6E62-B02C-2B46A32C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17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7849222-8498-C99B-EA38-78E475F2AC7F}"/>
              </a:ext>
            </a:extLst>
          </p:cNvPr>
          <p:cNvSpPr/>
          <p:nvPr/>
        </p:nvSpPr>
        <p:spPr>
          <a:xfrm>
            <a:off x="1316320" y="2798144"/>
            <a:ext cx="2057400" cy="1802888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5B4694D-8059-8625-6786-F2845B340604}"/>
              </a:ext>
            </a:extLst>
          </p:cNvPr>
          <p:cNvSpPr/>
          <p:nvPr/>
        </p:nvSpPr>
        <p:spPr>
          <a:xfrm>
            <a:off x="5005388" y="2841682"/>
            <a:ext cx="1932442" cy="1802888"/>
          </a:xfrm>
          <a:custGeom>
            <a:avLst/>
            <a:gdLst/>
            <a:ahLst/>
            <a:cxnLst/>
            <a:rect l="l" t="t" r="r" b="b"/>
            <a:pathLst>
              <a:path w="2181225" h="2057400">
                <a:moveTo>
                  <a:pt x="0" y="0"/>
                </a:moveTo>
                <a:lnTo>
                  <a:pt x="2181226" y="0"/>
                </a:lnTo>
                <a:lnTo>
                  <a:pt x="218122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F7D66AF0-7909-DFF1-CC72-FEA67364DCCC}"/>
              </a:ext>
            </a:extLst>
          </p:cNvPr>
          <p:cNvSpPr/>
          <p:nvPr/>
        </p:nvSpPr>
        <p:spPr>
          <a:xfrm>
            <a:off x="8569498" y="2870709"/>
            <a:ext cx="2057400" cy="1824787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D53EC772-02DB-34D3-941E-A41B8028B6E4}"/>
              </a:ext>
            </a:extLst>
          </p:cNvPr>
          <p:cNvSpPr/>
          <p:nvPr/>
        </p:nvSpPr>
        <p:spPr>
          <a:xfrm>
            <a:off x="3521057" y="2961173"/>
            <a:ext cx="1378426" cy="1523744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D5231026-1C17-063F-B2DF-E1E0A170BD34}"/>
              </a:ext>
            </a:extLst>
          </p:cNvPr>
          <p:cNvSpPr/>
          <p:nvPr/>
        </p:nvSpPr>
        <p:spPr>
          <a:xfrm>
            <a:off x="7011498" y="3004711"/>
            <a:ext cx="1378426" cy="1523744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8A68201A-406F-FF30-F6F3-F66BE5422F52}"/>
              </a:ext>
            </a:extLst>
          </p:cNvPr>
          <p:cNvSpPr txBox="1"/>
          <p:nvPr/>
        </p:nvSpPr>
        <p:spPr>
          <a:xfrm>
            <a:off x="1426998" y="4847565"/>
            <a:ext cx="1550822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1" dirty="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Data Cleaning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2941589-ACC1-40A2-8B8B-1324A69A6E02}"/>
              </a:ext>
            </a:extLst>
          </p:cNvPr>
          <p:cNvSpPr txBox="1"/>
          <p:nvPr/>
        </p:nvSpPr>
        <p:spPr>
          <a:xfrm>
            <a:off x="5123766" y="4861873"/>
            <a:ext cx="1695685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1" dirty="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Model Training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8F76E543-BF79-A08F-49F1-97BD7E117024}"/>
              </a:ext>
            </a:extLst>
          </p:cNvPr>
          <p:cNvSpPr txBox="1"/>
          <p:nvPr/>
        </p:nvSpPr>
        <p:spPr>
          <a:xfrm>
            <a:off x="8569498" y="4861873"/>
            <a:ext cx="2317359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1" dirty="0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Web App Integration</a:t>
            </a:r>
          </a:p>
        </p:txBody>
      </p:sp>
    </p:spTree>
    <p:extLst>
      <p:ext uri="{BB962C8B-B14F-4D97-AF65-F5344CB8AC3E}">
        <p14:creationId xmlns:p14="http://schemas.microsoft.com/office/powerpoint/2010/main" val="860973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9839AE-9595-363A-D73B-69CF554DA0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8406" t="28467" r="679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C6BDF-38BC-126C-3C82-B8CBB243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B27200C-DF2C-3C9E-F8CB-CC994AE82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46166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9567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0A75-0165-B5E3-1871-97A39B20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Distribution of resumes by category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AD10F2-5E12-F38B-4370-BEA10ABB553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4049" y="1509713"/>
            <a:ext cx="8343902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77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EC556-9BC5-09A6-A170-ABD8585FC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F9B92C6-17E0-07DF-CF65-72B937942F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0328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023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awings on colorful paper">
            <a:extLst>
              <a:ext uri="{FF2B5EF4-FFF2-40B4-BE49-F238E27FC236}">
                <a16:creationId xmlns:a16="http://schemas.microsoft.com/office/drawing/2014/main" id="{6C90B0B0-D268-3FCF-9454-96247CBF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085" b="2327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DB3D8C-0FBF-8102-0AE8-FF4EF7B0B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E57ED-4DDA-A206-E9DE-367A3EBCE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ML models integrated into HR web app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Resume ranking model automates shortlisting based Job Description &amp; Category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Frees HR to focus on interviews and communication instead of manual filtering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Chatbot model provides 24/7 employee support through real-time responses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Assists with FAQs, application guidance, and HR policy info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 improves accuracy, efficiency, and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717115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380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10255"/>
            <a:ext cx="1985264" cy="560545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2AF46C1-BF1E-8FEC-71B4-24ECD3D7FD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084094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9449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F4055-B51C-C519-72F4-2BB01EB09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BENEFICIARIES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BFA1E9-0175-DE8E-C820-C98B06B1C1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890161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7136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8D7B1C04-C59C-040B-9898-A81BFD4B4B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461281"/>
          <a:ext cx="10515600" cy="6287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3226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851F0-CF05-E526-D944-D7E03C3C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CLASSIFICATION 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BBAC7-8EA6-232D-54AD-9E32373B1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1974891"/>
            <a:ext cx="1067752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51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98DB3-655A-2F57-0B3D-DBA6BB7A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9C919-50AE-A8CA-E2EE-033A73DE0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recruitment platform leverages NLP, ML (e.g., XGB), and TF-IDF to automate resume screening, ranking, and onboarding, drastically reducing HR workload. With real-time chatbots and integrated workflows, it streamlines hiring into a fast, data-driven, end-to-end process.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99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AA29-9969-C3D7-B5BD-6C56B1908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4CFDB73E-0892-C676-DA42-C41BFB69B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37" r="20216" b="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387AC-9A5B-1178-3DB5-5E7523DCD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1630838"/>
            <a:ext cx="5444382" cy="35912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/>
            <a:r>
              <a:rPr lang="en-US" sz="2000" dirty="0">
                <a:latin typeface="Times New Roman"/>
                <a:cs typeface="Times New Roman"/>
              </a:rPr>
              <a:t>To enhance performance, Different firms can use this project to enhance their productivity.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en-US" sz="2000" dirty="0">
                <a:latin typeface="Times New Roman"/>
                <a:cs typeface="Times New Roman"/>
              </a:rPr>
              <a:t>This reduces time and cost .Advanced resume-parsing APIs ensure enterprise-level adaptability and precision. 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225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5D1D4658-32CD-4903-BDA6-7B54EEA4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0" name="Freeform: Shape 1039">
            <a:extLst>
              <a:ext uri="{FF2B5EF4-FFF2-40B4-BE49-F238E27FC236}">
                <a16:creationId xmlns:a16="http://schemas.microsoft.com/office/drawing/2014/main" id="{7A29A97C-0C3C-4F06-9CA4-68DFD1CE4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0886" y="983228"/>
            <a:ext cx="8301112" cy="5874772"/>
          </a:xfrm>
          <a:custGeom>
            <a:avLst/>
            <a:gdLst>
              <a:gd name="connsiteX0" fmla="*/ 3607511 w 8301112"/>
              <a:gd name="connsiteY0" fmla="*/ 0 h 5874772"/>
              <a:gd name="connsiteX1" fmla="*/ 8106431 w 8301112"/>
              <a:gd name="connsiteY1" fmla="*/ 0 h 5874772"/>
              <a:gd name="connsiteX2" fmla="*/ 8301112 w 8301112"/>
              <a:gd name="connsiteY2" fmla="*/ 0 h 5874772"/>
              <a:gd name="connsiteX3" fmla="*/ 8301112 w 8301112"/>
              <a:gd name="connsiteY3" fmla="*/ 5874772 h 5874772"/>
              <a:gd name="connsiteX4" fmla="*/ 27685 w 8301112"/>
              <a:gd name="connsiteY4" fmla="*/ 5874772 h 5874772"/>
              <a:gd name="connsiteX5" fmla="*/ 24376 w 8301112"/>
              <a:gd name="connsiteY5" fmla="*/ 5862584 h 5874772"/>
              <a:gd name="connsiteX6" fmla="*/ 97502 w 8301112"/>
              <a:gd name="connsiteY6" fmla="*/ 5167850 h 5874772"/>
              <a:gd name="connsiteX7" fmla="*/ 2827510 w 8301112"/>
              <a:gd name="connsiteY7" fmla="*/ 438782 h 5874772"/>
              <a:gd name="connsiteX8" fmla="*/ 3607511 w 8301112"/>
              <a:gd name="connsiteY8" fmla="*/ 0 h 587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01112" h="5874772">
                <a:moveTo>
                  <a:pt x="3607511" y="0"/>
                </a:moveTo>
                <a:cubicBezTo>
                  <a:pt x="3607511" y="0"/>
                  <a:pt x="3607511" y="0"/>
                  <a:pt x="8106431" y="0"/>
                </a:cubicBezTo>
                <a:lnTo>
                  <a:pt x="8301112" y="0"/>
                </a:lnTo>
                <a:lnTo>
                  <a:pt x="8301112" y="5874772"/>
                </a:lnTo>
                <a:lnTo>
                  <a:pt x="27685" y="5874772"/>
                </a:lnTo>
                <a:lnTo>
                  <a:pt x="24376" y="5862584"/>
                </a:lnTo>
                <a:cubicBezTo>
                  <a:pt x="-24375" y="5631005"/>
                  <a:pt x="0" y="5362863"/>
                  <a:pt x="97502" y="5167850"/>
                </a:cubicBezTo>
                <a:cubicBezTo>
                  <a:pt x="97502" y="5167850"/>
                  <a:pt x="97502" y="5167850"/>
                  <a:pt x="2827510" y="438782"/>
                </a:cubicBezTo>
                <a:cubicBezTo>
                  <a:pt x="2973760" y="195014"/>
                  <a:pt x="3331265" y="0"/>
                  <a:pt x="360751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801292C1-8B12-4AF2-9B59-8851A132E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700" y="360023"/>
            <a:ext cx="5342806" cy="4453168"/>
          </a:xfrm>
          <a:custGeom>
            <a:avLst/>
            <a:gdLst>
              <a:gd name="connsiteX0" fmla="*/ 313737 w 5342806"/>
              <a:gd name="connsiteY0" fmla="*/ 2699726 h 4453168"/>
              <a:gd name="connsiteX1" fmla="*/ 775980 w 5342806"/>
              <a:gd name="connsiteY1" fmla="*/ 2699726 h 4453168"/>
              <a:gd name="connsiteX2" fmla="*/ 846865 w 5342806"/>
              <a:gd name="connsiteY2" fmla="*/ 2741502 h 4453168"/>
              <a:gd name="connsiteX3" fmla="*/ 1078485 w 5342806"/>
              <a:gd name="connsiteY3" fmla="*/ 3140369 h 4453168"/>
              <a:gd name="connsiteX4" fmla="*/ 1078485 w 5342806"/>
              <a:gd name="connsiteY4" fmla="*/ 3221933 h 4453168"/>
              <a:gd name="connsiteX5" fmla="*/ 846865 w 5342806"/>
              <a:gd name="connsiteY5" fmla="*/ 3620799 h 4453168"/>
              <a:gd name="connsiteX6" fmla="*/ 775980 w 5342806"/>
              <a:gd name="connsiteY6" fmla="*/ 3662576 h 4453168"/>
              <a:gd name="connsiteX7" fmla="*/ 313737 w 5342806"/>
              <a:gd name="connsiteY7" fmla="*/ 3662576 h 4453168"/>
              <a:gd name="connsiteX8" fmla="*/ 241855 w 5342806"/>
              <a:gd name="connsiteY8" fmla="*/ 3620799 h 4453168"/>
              <a:gd name="connsiteX9" fmla="*/ 11232 w 5342806"/>
              <a:gd name="connsiteY9" fmla="*/ 3221933 h 4453168"/>
              <a:gd name="connsiteX10" fmla="*/ 11232 w 5342806"/>
              <a:gd name="connsiteY10" fmla="*/ 3140369 h 4453168"/>
              <a:gd name="connsiteX11" fmla="*/ 241855 w 5342806"/>
              <a:gd name="connsiteY11" fmla="*/ 2741502 h 4453168"/>
              <a:gd name="connsiteX12" fmla="*/ 313737 w 5342806"/>
              <a:gd name="connsiteY12" fmla="*/ 2699726 h 4453168"/>
              <a:gd name="connsiteX13" fmla="*/ 2150770 w 5342806"/>
              <a:gd name="connsiteY13" fmla="*/ 492430 h 4453168"/>
              <a:gd name="connsiteX14" fmla="*/ 2388454 w 5342806"/>
              <a:gd name="connsiteY14" fmla="*/ 492430 h 4453168"/>
              <a:gd name="connsiteX15" fmla="*/ 2416181 w 5342806"/>
              <a:gd name="connsiteY15" fmla="*/ 492430 h 4453168"/>
              <a:gd name="connsiteX16" fmla="*/ 2442639 w 5342806"/>
              <a:gd name="connsiteY16" fmla="*/ 537992 h 4453168"/>
              <a:gd name="connsiteX17" fmla="*/ 2572233 w 5342806"/>
              <a:gd name="connsiteY17" fmla="*/ 761161 h 4453168"/>
              <a:gd name="connsiteX18" fmla="*/ 2572233 w 5342806"/>
              <a:gd name="connsiteY18" fmla="*/ 886078 h 4453168"/>
              <a:gd name="connsiteX19" fmla="*/ 2217501 w 5342806"/>
              <a:gd name="connsiteY19" fmla="*/ 1496950 h 4453168"/>
              <a:gd name="connsiteX20" fmla="*/ 2108941 w 5342806"/>
              <a:gd name="connsiteY20" fmla="*/ 1560931 h 4453168"/>
              <a:gd name="connsiteX21" fmla="*/ 1401007 w 5342806"/>
              <a:gd name="connsiteY21" fmla="*/ 1560931 h 4453168"/>
              <a:gd name="connsiteX22" fmla="*/ 1367679 w 5342806"/>
              <a:gd name="connsiteY22" fmla="*/ 1556504 h 4453168"/>
              <a:gd name="connsiteX23" fmla="*/ 1344756 w 5342806"/>
              <a:gd name="connsiteY23" fmla="*/ 1546893 h 4453168"/>
              <a:gd name="connsiteX24" fmla="*/ 1358765 w 5342806"/>
              <a:gd name="connsiteY24" fmla="*/ 1522665 h 4453168"/>
              <a:gd name="connsiteX25" fmla="*/ 1855078 w 5342806"/>
              <a:gd name="connsiteY25" fmla="*/ 664281 h 4453168"/>
              <a:gd name="connsiteX26" fmla="*/ 2150770 w 5342806"/>
              <a:gd name="connsiteY26" fmla="*/ 492430 h 4453168"/>
              <a:gd name="connsiteX27" fmla="*/ 1359084 w 5342806"/>
              <a:gd name="connsiteY27" fmla="*/ 0 h 4453168"/>
              <a:gd name="connsiteX28" fmla="*/ 2157630 w 5342806"/>
              <a:gd name="connsiteY28" fmla="*/ 0 h 4453168"/>
              <a:gd name="connsiteX29" fmla="*/ 2280085 w 5342806"/>
              <a:gd name="connsiteY29" fmla="*/ 72172 h 4453168"/>
              <a:gd name="connsiteX30" fmla="*/ 2494708 w 5342806"/>
              <a:gd name="connsiteY30" fmla="*/ 441767 h 4453168"/>
              <a:gd name="connsiteX31" fmla="*/ 2518954 w 5342806"/>
              <a:gd name="connsiteY31" fmla="*/ 483519 h 4453168"/>
              <a:gd name="connsiteX32" fmla="*/ 2499877 w 5342806"/>
              <a:gd name="connsiteY32" fmla="*/ 483519 h 4453168"/>
              <a:gd name="connsiteX33" fmla="*/ 2409708 w 5342806"/>
              <a:gd name="connsiteY33" fmla="*/ 483519 h 4453168"/>
              <a:gd name="connsiteX34" fmla="*/ 2370537 w 5342806"/>
              <a:gd name="connsiteY34" fmla="*/ 416064 h 4453168"/>
              <a:gd name="connsiteX35" fmla="*/ 2220885 w 5342806"/>
              <a:gd name="connsiteY35" fmla="*/ 158353 h 4453168"/>
              <a:gd name="connsiteX36" fmla="*/ 2112324 w 5342806"/>
              <a:gd name="connsiteY36" fmla="*/ 94371 h 4453168"/>
              <a:gd name="connsiteX37" fmla="*/ 1404390 w 5342806"/>
              <a:gd name="connsiteY37" fmla="*/ 94371 h 4453168"/>
              <a:gd name="connsiteX38" fmla="*/ 1294301 w 5342806"/>
              <a:gd name="connsiteY38" fmla="*/ 158353 h 4453168"/>
              <a:gd name="connsiteX39" fmla="*/ 941098 w 5342806"/>
              <a:gd name="connsiteY39" fmla="*/ 769224 h 4453168"/>
              <a:gd name="connsiteX40" fmla="*/ 941098 w 5342806"/>
              <a:gd name="connsiteY40" fmla="*/ 894141 h 4453168"/>
              <a:gd name="connsiteX41" fmla="*/ 1294301 w 5342806"/>
              <a:gd name="connsiteY41" fmla="*/ 1505013 h 4453168"/>
              <a:gd name="connsiteX42" fmla="*/ 1340745 w 5342806"/>
              <a:gd name="connsiteY42" fmla="*/ 1551856 h 4453168"/>
              <a:gd name="connsiteX43" fmla="*/ 1346119 w 5342806"/>
              <a:gd name="connsiteY43" fmla="*/ 1554109 h 4453168"/>
              <a:gd name="connsiteX44" fmla="*/ 1317310 w 5342806"/>
              <a:gd name="connsiteY44" fmla="*/ 1603934 h 4453168"/>
              <a:gd name="connsiteX45" fmla="*/ 1295884 w 5342806"/>
              <a:gd name="connsiteY45" fmla="*/ 1640991 h 4453168"/>
              <a:gd name="connsiteX46" fmla="*/ 1318107 w 5342806"/>
              <a:gd name="connsiteY46" fmla="*/ 1650309 h 4453168"/>
              <a:gd name="connsiteX47" fmla="*/ 1355700 w 5342806"/>
              <a:gd name="connsiteY47" fmla="*/ 1655302 h 4453168"/>
              <a:gd name="connsiteX48" fmla="*/ 2154247 w 5342806"/>
              <a:gd name="connsiteY48" fmla="*/ 1655302 h 4453168"/>
              <a:gd name="connsiteX49" fmla="*/ 2276701 w 5342806"/>
              <a:gd name="connsiteY49" fmla="*/ 1583132 h 4453168"/>
              <a:gd name="connsiteX50" fmla="*/ 2676837 w 5342806"/>
              <a:gd name="connsiteY50" fmla="*/ 894072 h 4453168"/>
              <a:gd name="connsiteX51" fmla="*/ 2676837 w 5342806"/>
              <a:gd name="connsiteY51" fmla="*/ 753167 h 4453168"/>
              <a:gd name="connsiteX52" fmla="*/ 2544761 w 5342806"/>
              <a:gd name="connsiteY52" fmla="*/ 525724 h 4453168"/>
              <a:gd name="connsiteX53" fmla="*/ 2525427 w 5342806"/>
              <a:gd name="connsiteY53" fmla="*/ 492430 h 4453168"/>
              <a:gd name="connsiteX54" fmla="*/ 2614995 w 5342806"/>
              <a:gd name="connsiteY54" fmla="*/ 492430 h 4453168"/>
              <a:gd name="connsiteX55" fmla="*/ 4052233 w 5342806"/>
              <a:gd name="connsiteY55" fmla="*/ 492430 h 4453168"/>
              <a:gd name="connsiteX56" fmla="*/ 4343819 w 5342806"/>
              <a:gd name="connsiteY56" fmla="*/ 664281 h 4453168"/>
              <a:gd name="connsiteX57" fmla="*/ 5296604 w 5342806"/>
              <a:gd name="connsiteY57" fmla="*/ 2305041 h 4453168"/>
              <a:gd name="connsiteX58" fmla="*/ 5296604 w 5342806"/>
              <a:gd name="connsiteY58" fmla="*/ 2640558 h 4453168"/>
              <a:gd name="connsiteX59" fmla="*/ 4343819 w 5342806"/>
              <a:gd name="connsiteY59" fmla="*/ 4281318 h 4453168"/>
              <a:gd name="connsiteX60" fmla="*/ 4052233 w 5342806"/>
              <a:gd name="connsiteY60" fmla="*/ 4453168 h 4453168"/>
              <a:gd name="connsiteX61" fmla="*/ 2150770 w 5342806"/>
              <a:gd name="connsiteY61" fmla="*/ 4453168 h 4453168"/>
              <a:gd name="connsiteX62" fmla="*/ 1855078 w 5342806"/>
              <a:gd name="connsiteY62" fmla="*/ 4281318 h 4453168"/>
              <a:gd name="connsiteX63" fmla="*/ 906399 w 5342806"/>
              <a:gd name="connsiteY63" fmla="*/ 2640558 h 4453168"/>
              <a:gd name="connsiteX64" fmla="*/ 906399 w 5342806"/>
              <a:gd name="connsiteY64" fmla="*/ 2305041 h 4453168"/>
              <a:gd name="connsiteX65" fmla="*/ 1258651 w 5342806"/>
              <a:gd name="connsiteY65" fmla="*/ 1695815 h 4453168"/>
              <a:gd name="connsiteX66" fmla="*/ 1288338 w 5342806"/>
              <a:gd name="connsiteY66" fmla="*/ 1644472 h 4453168"/>
              <a:gd name="connsiteX67" fmla="*/ 1287293 w 5342806"/>
              <a:gd name="connsiteY67" fmla="*/ 1644034 h 4453168"/>
              <a:gd name="connsiteX68" fmla="*/ 1234904 w 5342806"/>
              <a:gd name="connsiteY68" fmla="*/ 1591195 h 4453168"/>
              <a:gd name="connsiteX69" fmla="*/ 836494 w 5342806"/>
              <a:gd name="connsiteY69" fmla="*/ 902135 h 4453168"/>
              <a:gd name="connsiteX70" fmla="*/ 836494 w 5342806"/>
              <a:gd name="connsiteY70" fmla="*/ 761230 h 4453168"/>
              <a:gd name="connsiteX71" fmla="*/ 1234904 w 5342806"/>
              <a:gd name="connsiteY71" fmla="*/ 72172 h 4453168"/>
              <a:gd name="connsiteX72" fmla="*/ 1359084 w 5342806"/>
              <a:gd name="connsiteY72" fmla="*/ 0 h 4453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342806" h="4453168">
                <a:moveTo>
                  <a:pt x="313737" y="2699726"/>
                </a:moveTo>
                <a:cubicBezTo>
                  <a:pt x="313737" y="2699726"/>
                  <a:pt x="313737" y="2699726"/>
                  <a:pt x="775980" y="2699726"/>
                </a:cubicBezTo>
                <a:cubicBezTo>
                  <a:pt x="804933" y="2699726"/>
                  <a:pt x="832887" y="2715641"/>
                  <a:pt x="846865" y="2741502"/>
                </a:cubicBezTo>
                <a:cubicBezTo>
                  <a:pt x="846865" y="2741502"/>
                  <a:pt x="846865" y="2741502"/>
                  <a:pt x="1078485" y="3140369"/>
                </a:cubicBezTo>
                <a:cubicBezTo>
                  <a:pt x="1093461" y="3165236"/>
                  <a:pt x="1093461" y="3197066"/>
                  <a:pt x="1078485" y="3221933"/>
                </a:cubicBezTo>
                <a:cubicBezTo>
                  <a:pt x="1078485" y="3221933"/>
                  <a:pt x="1078485" y="3221933"/>
                  <a:pt x="846865" y="3620799"/>
                </a:cubicBezTo>
                <a:cubicBezTo>
                  <a:pt x="832887" y="3646661"/>
                  <a:pt x="804933" y="3662576"/>
                  <a:pt x="775980" y="3662576"/>
                </a:cubicBezTo>
                <a:cubicBezTo>
                  <a:pt x="775980" y="3662576"/>
                  <a:pt x="775980" y="3662576"/>
                  <a:pt x="313737" y="3662576"/>
                </a:cubicBezTo>
                <a:cubicBezTo>
                  <a:pt x="283786" y="3662576"/>
                  <a:pt x="256830" y="3646661"/>
                  <a:pt x="241855" y="3620799"/>
                </a:cubicBezTo>
                <a:cubicBezTo>
                  <a:pt x="241855" y="3620799"/>
                  <a:pt x="241855" y="3620799"/>
                  <a:pt x="11232" y="3221933"/>
                </a:cubicBezTo>
                <a:cubicBezTo>
                  <a:pt x="-3743" y="3197066"/>
                  <a:pt x="-3743" y="3165236"/>
                  <a:pt x="11232" y="3140369"/>
                </a:cubicBezTo>
                <a:cubicBezTo>
                  <a:pt x="11232" y="3140369"/>
                  <a:pt x="11232" y="3140369"/>
                  <a:pt x="241855" y="2741502"/>
                </a:cubicBezTo>
                <a:cubicBezTo>
                  <a:pt x="256830" y="2715641"/>
                  <a:pt x="283786" y="2699726"/>
                  <a:pt x="313737" y="2699726"/>
                </a:cubicBezTo>
                <a:close/>
                <a:moveTo>
                  <a:pt x="2150770" y="492430"/>
                </a:moveTo>
                <a:cubicBezTo>
                  <a:pt x="2150770" y="492430"/>
                  <a:pt x="2150770" y="492430"/>
                  <a:pt x="2388454" y="492430"/>
                </a:cubicBezTo>
                <a:lnTo>
                  <a:pt x="2416181" y="492430"/>
                </a:lnTo>
                <a:lnTo>
                  <a:pt x="2442639" y="537992"/>
                </a:lnTo>
                <a:cubicBezTo>
                  <a:pt x="2479480" y="601434"/>
                  <a:pt x="2522349" y="675258"/>
                  <a:pt x="2572233" y="761161"/>
                </a:cubicBezTo>
                <a:cubicBezTo>
                  <a:pt x="2595168" y="799246"/>
                  <a:pt x="2595168" y="847994"/>
                  <a:pt x="2572233" y="886078"/>
                </a:cubicBezTo>
                <a:cubicBezTo>
                  <a:pt x="2572233" y="886078"/>
                  <a:pt x="2572233" y="886078"/>
                  <a:pt x="2217501" y="1496950"/>
                </a:cubicBezTo>
                <a:cubicBezTo>
                  <a:pt x="2196094" y="1536558"/>
                  <a:pt x="2153283" y="1560931"/>
                  <a:pt x="2108941" y="1560931"/>
                </a:cubicBezTo>
                <a:cubicBezTo>
                  <a:pt x="2108941" y="1560931"/>
                  <a:pt x="2108941" y="1560931"/>
                  <a:pt x="1401007" y="1560931"/>
                </a:cubicBezTo>
                <a:cubicBezTo>
                  <a:pt x="1389539" y="1560931"/>
                  <a:pt x="1378359" y="1559408"/>
                  <a:pt x="1367679" y="1556504"/>
                </a:cubicBezTo>
                <a:lnTo>
                  <a:pt x="1344756" y="1546893"/>
                </a:lnTo>
                <a:lnTo>
                  <a:pt x="1358765" y="1522665"/>
                </a:lnTo>
                <a:cubicBezTo>
                  <a:pt x="1485427" y="1303600"/>
                  <a:pt x="1647555" y="1023197"/>
                  <a:pt x="1855078" y="664281"/>
                </a:cubicBezTo>
                <a:cubicBezTo>
                  <a:pt x="1916680" y="557897"/>
                  <a:pt x="2027565" y="492430"/>
                  <a:pt x="2150770" y="492430"/>
                </a:cubicBezTo>
                <a:close/>
                <a:moveTo>
                  <a:pt x="1359084" y="0"/>
                </a:moveTo>
                <a:cubicBezTo>
                  <a:pt x="1359084" y="0"/>
                  <a:pt x="1359084" y="0"/>
                  <a:pt x="2157630" y="0"/>
                </a:cubicBezTo>
                <a:cubicBezTo>
                  <a:pt x="2207647" y="0"/>
                  <a:pt x="2255938" y="27495"/>
                  <a:pt x="2280085" y="72172"/>
                </a:cubicBezTo>
                <a:cubicBezTo>
                  <a:pt x="2280085" y="72172"/>
                  <a:pt x="2280085" y="72172"/>
                  <a:pt x="2494708" y="441767"/>
                </a:cubicBezTo>
                <a:lnTo>
                  <a:pt x="2518954" y="483519"/>
                </a:lnTo>
                <a:lnTo>
                  <a:pt x="2499877" y="483519"/>
                </a:lnTo>
                <a:lnTo>
                  <a:pt x="2409708" y="483519"/>
                </a:lnTo>
                <a:lnTo>
                  <a:pt x="2370537" y="416064"/>
                </a:lnTo>
                <a:cubicBezTo>
                  <a:pt x="2220885" y="158353"/>
                  <a:pt x="2220885" y="158353"/>
                  <a:pt x="2220885" y="158353"/>
                </a:cubicBezTo>
                <a:cubicBezTo>
                  <a:pt x="2199478" y="118745"/>
                  <a:pt x="2156666" y="94371"/>
                  <a:pt x="2112324" y="94371"/>
                </a:cubicBezTo>
                <a:cubicBezTo>
                  <a:pt x="1404390" y="94371"/>
                  <a:pt x="1404390" y="94371"/>
                  <a:pt x="1404390" y="94371"/>
                </a:cubicBezTo>
                <a:cubicBezTo>
                  <a:pt x="1358520" y="94371"/>
                  <a:pt x="1317236" y="118745"/>
                  <a:pt x="1294301" y="158353"/>
                </a:cubicBezTo>
                <a:cubicBezTo>
                  <a:pt x="941098" y="769224"/>
                  <a:pt x="941098" y="769224"/>
                  <a:pt x="941098" y="769224"/>
                </a:cubicBezTo>
                <a:cubicBezTo>
                  <a:pt x="918163" y="807309"/>
                  <a:pt x="918163" y="856057"/>
                  <a:pt x="941098" y="894141"/>
                </a:cubicBezTo>
                <a:cubicBezTo>
                  <a:pt x="1294301" y="1505013"/>
                  <a:pt x="1294301" y="1505013"/>
                  <a:pt x="1294301" y="1505013"/>
                </a:cubicBezTo>
                <a:cubicBezTo>
                  <a:pt x="1305769" y="1524817"/>
                  <a:pt x="1321823" y="1540812"/>
                  <a:pt x="1340745" y="1551856"/>
                </a:cubicBezTo>
                <a:lnTo>
                  <a:pt x="1346119" y="1554109"/>
                </a:lnTo>
                <a:lnTo>
                  <a:pt x="1317310" y="1603934"/>
                </a:lnTo>
                <a:lnTo>
                  <a:pt x="1295884" y="1640991"/>
                </a:lnTo>
                <a:lnTo>
                  <a:pt x="1318107" y="1650309"/>
                </a:lnTo>
                <a:cubicBezTo>
                  <a:pt x="1330154" y="1653584"/>
                  <a:pt x="1342766" y="1655302"/>
                  <a:pt x="1355700" y="1655302"/>
                </a:cubicBezTo>
                <a:cubicBezTo>
                  <a:pt x="2154247" y="1655302"/>
                  <a:pt x="2154247" y="1655302"/>
                  <a:pt x="2154247" y="1655302"/>
                </a:cubicBezTo>
                <a:cubicBezTo>
                  <a:pt x="2204264" y="1655302"/>
                  <a:pt x="2252555" y="1627810"/>
                  <a:pt x="2276701" y="1583132"/>
                </a:cubicBezTo>
                <a:cubicBezTo>
                  <a:pt x="2676837" y="894072"/>
                  <a:pt x="2676837" y="894072"/>
                  <a:pt x="2676837" y="894072"/>
                </a:cubicBezTo>
                <a:cubicBezTo>
                  <a:pt x="2702708" y="851114"/>
                  <a:pt x="2702708" y="796127"/>
                  <a:pt x="2676837" y="753167"/>
                </a:cubicBezTo>
                <a:cubicBezTo>
                  <a:pt x="2626820" y="667035"/>
                  <a:pt x="2583056" y="591669"/>
                  <a:pt x="2544761" y="525724"/>
                </a:cubicBezTo>
                <a:lnTo>
                  <a:pt x="2525427" y="492430"/>
                </a:lnTo>
                <a:lnTo>
                  <a:pt x="2614995" y="492430"/>
                </a:lnTo>
                <a:cubicBezTo>
                  <a:pt x="2893530" y="492430"/>
                  <a:pt x="3339185" y="492430"/>
                  <a:pt x="4052233" y="492430"/>
                </a:cubicBezTo>
                <a:cubicBezTo>
                  <a:pt x="4171332" y="492430"/>
                  <a:pt x="4286323" y="557897"/>
                  <a:pt x="4343819" y="664281"/>
                </a:cubicBezTo>
                <a:cubicBezTo>
                  <a:pt x="4343819" y="664281"/>
                  <a:pt x="4343819" y="664281"/>
                  <a:pt x="5296604" y="2305041"/>
                </a:cubicBezTo>
                <a:cubicBezTo>
                  <a:pt x="5358207" y="2407332"/>
                  <a:pt x="5358207" y="2538266"/>
                  <a:pt x="5296604" y="2640558"/>
                </a:cubicBezTo>
                <a:cubicBezTo>
                  <a:pt x="5296604" y="2640558"/>
                  <a:pt x="5296604" y="2640558"/>
                  <a:pt x="4343819" y="4281318"/>
                </a:cubicBezTo>
                <a:cubicBezTo>
                  <a:pt x="4286323" y="4387702"/>
                  <a:pt x="4171332" y="4453168"/>
                  <a:pt x="4052233" y="4453168"/>
                </a:cubicBezTo>
                <a:cubicBezTo>
                  <a:pt x="4052233" y="4453168"/>
                  <a:pt x="4052233" y="4453168"/>
                  <a:pt x="2150770" y="4453168"/>
                </a:cubicBezTo>
                <a:cubicBezTo>
                  <a:pt x="2027565" y="4453168"/>
                  <a:pt x="1916680" y="4387702"/>
                  <a:pt x="1855078" y="4281318"/>
                </a:cubicBezTo>
                <a:cubicBezTo>
                  <a:pt x="1855078" y="4281318"/>
                  <a:pt x="1855078" y="4281318"/>
                  <a:pt x="906399" y="2640558"/>
                </a:cubicBezTo>
                <a:cubicBezTo>
                  <a:pt x="844796" y="2538266"/>
                  <a:pt x="844796" y="2407332"/>
                  <a:pt x="906399" y="2305041"/>
                </a:cubicBezTo>
                <a:cubicBezTo>
                  <a:pt x="906399" y="2305041"/>
                  <a:pt x="906399" y="2305041"/>
                  <a:pt x="1258651" y="1695815"/>
                </a:cubicBezTo>
                <a:lnTo>
                  <a:pt x="1288338" y="1644472"/>
                </a:lnTo>
                <a:lnTo>
                  <a:pt x="1287293" y="1644034"/>
                </a:lnTo>
                <a:cubicBezTo>
                  <a:pt x="1265949" y="1631576"/>
                  <a:pt x="1247840" y="1613534"/>
                  <a:pt x="1234904" y="1591195"/>
                </a:cubicBezTo>
                <a:cubicBezTo>
                  <a:pt x="1234904" y="1591195"/>
                  <a:pt x="1234904" y="1591195"/>
                  <a:pt x="836494" y="902135"/>
                </a:cubicBezTo>
                <a:cubicBezTo>
                  <a:pt x="810622" y="859177"/>
                  <a:pt x="810622" y="804190"/>
                  <a:pt x="836494" y="761230"/>
                </a:cubicBezTo>
                <a:cubicBezTo>
                  <a:pt x="836494" y="761230"/>
                  <a:pt x="836494" y="761230"/>
                  <a:pt x="1234904" y="72172"/>
                </a:cubicBezTo>
                <a:cubicBezTo>
                  <a:pt x="1260775" y="27495"/>
                  <a:pt x="1307343" y="0"/>
                  <a:pt x="135908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Thank You Images - Free Download on Freepik">
            <a:extLst>
              <a:ext uri="{FF2B5EF4-FFF2-40B4-BE49-F238E27FC236}">
                <a16:creationId xmlns:a16="http://schemas.microsoft.com/office/drawing/2014/main" id="{7A198FC5-00BD-EDA4-AE22-42CDDBF943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926" y="1989742"/>
            <a:ext cx="2531002" cy="179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4DC880FD-282B-21F5-F811-D2A9E71055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221" y="3140870"/>
            <a:ext cx="5096955" cy="143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2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803</Words>
  <Application>Microsoft Office PowerPoint</Application>
  <PresentationFormat>Widescreen</PresentationFormat>
  <Paragraphs>117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AUTOMATED HR</vt:lpstr>
      <vt:lpstr>CLO Mapping </vt:lpstr>
      <vt:lpstr>ABSTRACT</vt:lpstr>
      <vt:lpstr>OBJECTIVE</vt:lpstr>
      <vt:lpstr>SCOPE</vt:lpstr>
      <vt:lpstr>PROBLEM DESCRIPTION</vt:lpstr>
      <vt:lpstr>PROPOSED SOLUTION</vt:lpstr>
      <vt:lpstr>ASSUMPTION FOR REFINING SCOPE BOUNDARY</vt:lpstr>
      <vt:lpstr>METHODOLOGY </vt:lpstr>
      <vt:lpstr>PHASES</vt:lpstr>
      <vt:lpstr>DATA CLEANING </vt:lpstr>
      <vt:lpstr>BAR CHART (Distribution of resumes by category)</vt:lpstr>
      <vt:lpstr>MODEL TRAINING</vt:lpstr>
      <vt:lpstr>WEB APP INTEGRATION</vt:lpstr>
      <vt:lpstr>DELIVERABLES</vt:lpstr>
      <vt:lpstr>BENEFICIARIES</vt:lpstr>
      <vt:lpstr>PowerPoint Presentation</vt:lpstr>
      <vt:lpstr>CLASSIFICATION RESULTS</vt:lpstr>
      <vt:lpstr>CONCLUSION</vt:lpstr>
      <vt:lpstr>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Aasim Ali</dc:creator>
  <cp:lastModifiedBy>03-134212-067</cp:lastModifiedBy>
  <cp:revision>199</cp:revision>
  <dcterms:created xsi:type="dcterms:W3CDTF">2018-02-28T13:56:36Z</dcterms:created>
  <dcterms:modified xsi:type="dcterms:W3CDTF">2025-05-15T13:08:45Z</dcterms:modified>
</cp:coreProperties>
</file>